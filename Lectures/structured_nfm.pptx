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348" r:id="rId2"/>
    <p:sldId id="258" r:id="rId3"/>
    <p:sldId id="259" r:id="rId4"/>
    <p:sldId id="260" r:id="rId5"/>
    <p:sldId id="347" r:id="rId6"/>
    <p:sldId id="261" r:id="rId7"/>
    <p:sldId id="262" r:id="rId8"/>
    <p:sldId id="265" r:id="rId9"/>
    <p:sldId id="263" r:id="rId10"/>
    <p:sldId id="264" r:id="rId11"/>
    <p:sldId id="331" r:id="rId12"/>
    <p:sldId id="269" r:id="rId13"/>
    <p:sldId id="271" r:id="rId14"/>
    <p:sldId id="538" r:id="rId15"/>
    <p:sldId id="479" r:id="rId16"/>
    <p:sldId id="480" r:id="rId17"/>
    <p:sldId id="411" r:id="rId18"/>
    <p:sldId id="474" r:id="rId19"/>
    <p:sldId id="475" r:id="rId20"/>
    <p:sldId id="476" r:id="rId21"/>
    <p:sldId id="477" r:id="rId22"/>
    <p:sldId id="527" r:id="rId23"/>
    <p:sldId id="528" r:id="rId24"/>
    <p:sldId id="332" r:id="rId25"/>
    <p:sldId id="333" r:id="rId26"/>
    <p:sldId id="268" r:id="rId27"/>
    <p:sldId id="330" r:id="rId28"/>
    <p:sldId id="532" r:id="rId29"/>
    <p:sldId id="537" r:id="rId30"/>
    <p:sldId id="533" r:id="rId31"/>
    <p:sldId id="539" r:id="rId32"/>
    <p:sldId id="535" r:id="rId33"/>
    <p:sldId id="536" r:id="rId34"/>
    <p:sldId id="542" r:id="rId35"/>
    <p:sldId id="543" r:id="rId36"/>
    <p:sldId id="545" r:id="rId37"/>
    <p:sldId id="541" r:id="rId38"/>
    <p:sldId id="276" r:id="rId39"/>
    <p:sldId id="546" r:id="rId40"/>
    <p:sldId id="540" r:id="rId41"/>
    <p:sldId id="547" r:id="rId42"/>
    <p:sldId id="548" r:id="rId43"/>
    <p:sldId id="277" r:id="rId44"/>
    <p:sldId id="315" r:id="rId45"/>
    <p:sldId id="314" r:id="rId46"/>
    <p:sldId id="306" r:id="rId47"/>
    <p:sldId id="336" r:id="rId48"/>
    <p:sldId id="304" r:id="rId49"/>
    <p:sldId id="305" r:id="rId50"/>
    <p:sldId id="279" r:id="rId51"/>
    <p:sldId id="280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544C21-C35D-154D-A2EE-5F7A9BDA4F21}" v="282" dt="2026-07-16T12:49:08.0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680"/>
    <p:restoredTop sz="94690"/>
  </p:normalViewPr>
  <p:slideViewPr>
    <p:cSldViewPr snapToGrid="0" snapToObjects="1">
      <p:cViewPr varScale="1">
        <p:scale>
          <a:sx n="106" d="100"/>
          <a:sy n="106" d="100"/>
        </p:scale>
        <p:origin x="2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eller, Nicola" userId="f7df689c-9f9c-42cd-a88b-3745108b8271" providerId="ADAL" clId="{54B8CD3E-9E43-5F36-A434-52BFDD2F071A}"/>
    <pc:docChg chg="undo custSel addSld delSld modSld">
      <pc:chgData name="Mueller, Nicola" userId="f7df689c-9f9c-42cd-a88b-3745108b8271" providerId="ADAL" clId="{54B8CD3E-9E43-5F36-A434-52BFDD2F071A}" dt="2026-07-16T18:39:04.014" v="1205" actId="478"/>
      <pc:docMkLst>
        <pc:docMk/>
      </pc:docMkLst>
      <pc:sldChg chg="addSp delSp modSp mod delAnim">
        <pc:chgData name="Mueller, Nicola" userId="f7df689c-9f9c-42cd-a88b-3745108b8271" providerId="ADAL" clId="{54B8CD3E-9E43-5F36-A434-52BFDD2F071A}" dt="2026-07-16T01:51:03.356" v="497" actId="20577"/>
        <pc:sldMkLst>
          <pc:docMk/>
          <pc:sldMk cId="3928118156" sldId="276"/>
        </pc:sldMkLst>
        <pc:spChg chg="mod">
          <ac:chgData name="Mueller, Nicola" userId="f7df689c-9f9c-42cd-a88b-3745108b8271" providerId="ADAL" clId="{54B8CD3E-9E43-5F36-A434-52BFDD2F071A}" dt="2026-07-16T01:48:38.783" v="476" actId="20577"/>
          <ac:spMkLst>
            <pc:docMk/>
            <pc:sldMk cId="3928118156" sldId="276"/>
            <ac:spMk id="2" creationId="{70289A42-F9E8-A64B-A916-CA859AC9314D}"/>
          </ac:spMkLst>
        </pc:spChg>
        <pc:spChg chg="del">
          <ac:chgData name="Mueller, Nicola" userId="f7df689c-9f9c-42cd-a88b-3745108b8271" providerId="ADAL" clId="{54B8CD3E-9E43-5F36-A434-52BFDD2F071A}" dt="2026-07-16T01:48:42.429" v="477" actId="478"/>
          <ac:spMkLst>
            <pc:docMk/>
            <pc:sldMk cId="3928118156" sldId="276"/>
            <ac:spMk id="3" creationId="{D809E150-49F6-2448-BA70-6E2F22B01D62}"/>
          </ac:spMkLst>
        </pc:spChg>
        <pc:spChg chg="add mod">
          <ac:chgData name="Mueller, Nicola" userId="f7df689c-9f9c-42cd-a88b-3745108b8271" providerId="ADAL" clId="{54B8CD3E-9E43-5F36-A434-52BFDD2F071A}" dt="2026-07-16T01:48:42.429" v="477" actId="478"/>
          <ac:spMkLst>
            <pc:docMk/>
            <pc:sldMk cId="3928118156" sldId="276"/>
            <ac:spMk id="5" creationId="{40FC9349-BBF4-456F-F046-8A15C76D6682}"/>
          </ac:spMkLst>
        </pc:spChg>
        <pc:spChg chg="add mod">
          <ac:chgData name="Mueller, Nicola" userId="f7df689c-9f9c-42cd-a88b-3745108b8271" providerId="ADAL" clId="{54B8CD3E-9E43-5F36-A434-52BFDD2F071A}" dt="2026-07-16T01:51:03.356" v="497" actId="20577"/>
          <ac:spMkLst>
            <pc:docMk/>
            <pc:sldMk cId="3928118156" sldId="276"/>
            <ac:spMk id="7" creationId="{F69C714A-D70F-0EF9-28E6-EAB335894615}"/>
          </ac:spMkLst>
        </pc:spChg>
        <pc:picChg chg="add mod">
          <ac:chgData name="Mueller, Nicola" userId="f7df689c-9f9c-42cd-a88b-3745108b8271" providerId="ADAL" clId="{54B8CD3E-9E43-5F36-A434-52BFDD2F071A}" dt="2026-07-16T01:48:49.355" v="481" actId="1076"/>
          <ac:picMkLst>
            <pc:docMk/>
            <pc:sldMk cId="3928118156" sldId="276"/>
            <ac:picMk id="6" creationId="{93A6D511-8ADF-DF6E-2005-CF87CE2027C7}"/>
          </ac:picMkLst>
        </pc:picChg>
      </pc:sldChg>
      <pc:sldChg chg="delSp del mod">
        <pc:chgData name="Mueller, Nicola" userId="f7df689c-9f9c-42cd-a88b-3745108b8271" providerId="ADAL" clId="{54B8CD3E-9E43-5F36-A434-52BFDD2F071A}" dt="2026-07-16T12:31:14.783" v="499" actId="2696"/>
        <pc:sldMkLst>
          <pc:docMk/>
          <pc:sldMk cId="638273634" sldId="278"/>
        </pc:sldMkLst>
        <pc:picChg chg="del">
          <ac:chgData name="Mueller, Nicola" userId="f7df689c-9f9c-42cd-a88b-3745108b8271" providerId="ADAL" clId="{54B8CD3E-9E43-5F36-A434-52BFDD2F071A}" dt="2026-07-16T01:52:04.848" v="498" actId="478"/>
          <ac:picMkLst>
            <pc:docMk/>
            <pc:sldMk cId="638273634" sldId="278"/>
            <ac:picMk id="4" creationId="{E9FB92AA-A522-BC4F-9CB1-9A2AB04A7647}"/>
          </ac:picMkLst>
        </pc:picChg>
        <pc:picChg chg="del">
          <ac:chgData name="Mueller, Nicola" userId="f7df689c-9f9c-42cd-a88b-3745108b8271" providerId="ADAL" clId="{54B8CD3E-9E43-5F36-A434-52BFDD2F071A}" dt="2026-07-16T01:52:04.848" v="498" actId="478"/>
          <ac:picMkLst>
            <pc:docMk/>
            <pc:sldMk cId="638273634" sldId="278"/>
            <ac:picMk id="7" creationId="{6036C97B-A7B9-9640-B0BB-AE612A8C163A}"/>
          </ac:picMkLst>
        </pc:picChg>
      </pc:sldChg>
      <pc:sldChg chg="mod modShow">
        <pc:chgData name="Mueller, Nicola" userId="f7df689c-9f9c-42cd-a88b-3745108b8271" providerId="ADAL" clId="{54B8CD3E-9E43-5F36-A434-52BFDD2F071A}" dt="2026-07-16T12:31:34.871" v="500" actId="729"/>
        <pc:sldMkLst>
          <pc:docMk/>
          <pc:sldMk cId="2475210086" sldId="304"/>
        </pc:sldMkLst>
      </pc:sldChg>
      <pc:sldChg chg="mod modShow">
        <pc:chgData name="Mueller, Nicola" userId="f7df689c-9f9c-42cd-a88b-3745108b8271" providerId="ADAL" clId="{54B8CD3E-9E43-5F36-A434-52BFDD2F071A}" dt="2026-07-16T12:31:34.871" v="500" actId="729"/>
        <pc:sldMkLst>
          <pc:docMk/>
          <pc:sldMk cId="1309065664" sldId="305"/>
        </pc:sldMkLst>
      </pc:sldChg>
      <pc:sldChg chg="mod modShow">
        <pc:chgData name="Mueller, Nicola" userId="f7df689c-9f9c-42cd-a88b-3745108b8271" providerId="ADAL" clId="{54B8CD3E-9E43-5F36-A434-52BFDD2F071A}" dt="2026-07-16T12:31:34.871" v="500" actId="729"/>
        <pc:sldMkLst>
          <pc:docMk/>
          <pc:sldMk cId="3119529115" sldId="306"/>
        </pc:sldMkLst>
      </pc:sldChg>
      <pc:sldChg chg="mod modShow">
        <pc:chgData name="Mueller, Nicola" userId="f7df689c-9f9c-42cd-a88b-3745108b8271" providerId="ADAL" clId="{54B8CD3E-9E43-5F36-A434-52BFDD2F071A}" dt="2026-07-16T12:31:34.871" v="500" actId="729"/>
        <pc:sldMkLst>
          <pc:docMk/>
          <pc:sldMk cId="1231354234" sldId="314"/>
        </pc:sldMkLst>
      </pc:sldChg>
      <pc:sldChg chg="mod modShow">
        <pc:chgData name="Mueller, Nicola" userId="f7df689c-9f9c-42cd-a88b-3745108b8271" providerId="ADAL" clId="{54B8CD3E-9E43-5F36-A434-52BFDD2F071A}" dt="2026-07-16T12:31:34.871" v="500" actId="729"/>
        <pc:sldMkLst>
          <pc:docMk/>
          <pc:sldMk cId="1055595022" sldId="315"/>
        </pc:sldMkLst>
      </pc:sldChg>
      <pc:sldChg chg="del">
        <pc:chgData name="Mueller, Nicola" userId="f7df689c-9f9c-42cd-a88b-3745108b8271" providerId="ADAL" clId="{54B8CD3E-9E43-5F36-A434-52BFDD2F071A}" dt="2026-07-16T00:22:19.247" v="0" actId="2696"/>
        <pc:sldMkLst>
          <pc:docMk/>
          <pc:sldMk cId="4104633546" sldId="316"/>
        </pc:sldMkLst>
      </pc:sldChg>
      <pc:sldChg chg="del">
        <pc:chgData name="Mueller, Nicola" userId="f7df689c-9f9c-42cd-a88b-3745108b8271" providerId="ADAL" clId="{54B8CD3E-9E43-5F36-A434-52BFDD2F071A}" dt="2026-07-16T00:22:19.259" v="2" actId="2696"/>
        <pc:sldMkLst>
          <pc:docMk/>
          <pc:sldMk cId="378513058" sldId="317"/>
        </pc:sldMkLst>
      </pc:sldChg>
      <pc:sldChg chg="del">
        <pc:chgData name="Mueller, Nicola" userId="f7df689c-9f9c-42cd-a88b-3745108b8271" providerId="ADAL" clId="{54B8CD3E-9E43-5F36-A434-52BFDD2F071A}" dt="2026-07-16T00:22:19.264" v="3" actId="2696"/>
        <pc:sldMkLst>
          <pc:docMk/>
          <pc:sldMk cId="991716539" sldId="325"/>
        </pc:sldMkLst>
      </pc:sldChg>
      <pc:sldChg chg="del">
        <pc:chgData name="Mueller, Nicola" userId="f7df689c-9f9c-42cd-a88b-3745108b8271" providerId="ADAL" clId="{54B8CD3E-9E43-5F36-A434-52BFDD2F071A}" dt="2026-07-16T00:22:19.249" v="1" actId="2696"/>
        <pc:sldMkLst>
          <pc:docMk/>
          <pc:sldMk cId="928911350" sldId="335"/>
        </pc:sldMkLst>
      </pc:sldChg>
      <pc:sldChg chg="mod modShow">
        <pc:chgData name="Mueller, Nicola" userId="f7df689c-9f9c-42cd-a88b-3745108b8271" providerId="ADAL" clId="{54B8CD3E-9E43-5F36-A434-52BFDD2F071A}" dt="2026-07-16T12:31:34.871" v="500" actId="729"/>
        <pc:sldMkLst>
          <pc:docMk/>
          <pc:sldMk cId="194021841" sldId="336"/>
        </pc:sldMkLst>
      </pc:sldChg>
      <pc:sldChg chg="delSp modSp mod">
        <pc:chgData name="Mueller, Nicola" userId="f7df689c-9f9c-42cd-a88b-3745108b8271" providerId="ADAL" clId="{54B8CD3E-9E43-5F36-A434-52BFDD2F071A}" dt="2026-07-16T18:39:04.014" v="1205" actId="478"/>
        <pc:sldMkLst>
          <pc:docMk/>
          <pc:sldMk cId="1231286224" sldId="348"/>
        </pc:sldMkLst>
        <pc:spChg chg="mod">
          <ac:chgData name="Mueller, Nicola" userId="f7df689c-9f9c-42cd-a88b-3745108b8271" providerId="ADAL" clId="{54B8CD3E-9E43-5F36-A434-52BFDD2F071A}" dt="2026-07-16T18:36:54.413" v="1204" actId="20577"/>
          <ac:spMkLst>
            <pc:docMk/>
            <pc:sldMk cId="1231286224" sldId="348"/>
            <ac:spMk id="2" creationId="{246345D6-2ABF-5F4A-86BA-016E11D4A46F}"/>
          </ac:spMkLst>
        </pc:spChg>
        <pc:spChg chg="del">
          <ac:chgData name="Mueller, Nicola" userId="f7df689c-9f9c-42cd-a88b-3745108b8271" providerId="ADAL" clId="{54B8CD3E-9E43-5F36-A434-52BFDD2F071A}" dt="2026-07-16T18:39:04.014" v="1205" actId="478"/>
          <ac:spMkLst>
            <pc:docMk/>
            <pc:sldMk cId="1231286224" sldId="348"/>
            <ac:spMk id="3" creationId="{E36B451F-7E1A-604E-8569-A65F7995F7BD}"/>
          </ac:spMkLst>
        </pc:spChg>
      </pc:sldChg>
      <pc:sldChg chg="modSp mod">
        <pc:chgData name="Mueller, Nicola" userId="f7df689c-9f9c-42cd-a88b-3745108b8271" providerId="ADAL" clId="{54B8CD3E-9E43-5F36-A434-52BFDD2F071A}" dt="2026-07-16T00:25:09.413" v="4" actId="20577"/>
        <pc:sldMkLst>
          <pc:docMk/>
          <pc:sldMk cId="182032109" sldId="532"/>
        </pc:sldMkLst>
        <pc:spChg chg="mod">
          <ac:chgData name="Mueller, Nicola" userId="f7df689c-9f9c-42cd-a88b-3745108b8271" providerId="ADAL" clId="{54B8CD3E-9E43-5F36-A434-52BFDD2F071A}" dt="2026-07-16T00:25:09.413" v="4" actId="20577"/>
          <ac:spMkLst>
            <pc:docMk/>
            <pc:sldMk cId="182032109" sldId="532"/>
            <ac:spMk id="2" creationId="{A1D6F94E-8CAA-B04C-8950-0F8492BF3952}"/>
          </ac:spMkLst>
        </pc:spChg>
      </pc:sldChg>
      <pc:sldChg chg="addSp delSp modSp mod">
        <pc:chgData name="Mueller, Nicola" userId="f7df689c-9f9c-42cd-a88b-3745108b8271" providerId="ADAL" clId="{54B8CD3E-9E43-5F36-A434-52BFDD2F071A}" dt="2026-07-16T00:25:38.196" v="23"/>
        <pc:sldMkLst>
          <pc:docMk/>
          <pc:sldMk cId="1578457191" sldId="533"/>
        </pc:sldMkLst>
        <pc:spChg chg="add mod">
          <ac:chgData name="Mueller, Nicola" userId="f7df689c-9f9c-42cd-a88b-3745108b8271" providerId="ADAL" clId="{54B8CD3E-9E43-5F36-A434-52BFDD2F071A}" dt="2026-07-16T00:25:38.196" v="23"/>
          <ac:spMkLst>
            <pc:docMk/>
            <pc:sldMk cId="1578457191" sldId="533"/>
            <ac:spMk id="3" creationId="{5772187E-EE27-62AD-60CA-9630E6155BE6}"/>
          </ac:spMkLst>
        </pc:spChg>
        <pc:spChg chg="del">
          <ac:chgData name="Mueller, Nicola" userId="f7df689c-9f9c-42cd-a88b-3745108b8271" providerId="ADAL" clId="{54B8CD3E-9E43-5F36-A434-52BFDD2F071A}" dt="2026-07-16T00:25:37.829" v="22" actId="478"/>
          <ac:spMkLst>
            <pc:docMk/>
            <pc:sldMk cId="1578457191" sldId="533"/>
            <ac:spMk id="4" creationId="{989A98EC-B13F-9127-CDA9-1BC82A73FEAF}"/>
          </ac:spMkLst>
        </pc:spChg>
      </pc:sldChg>
      <pc:sldChg chg="addSp delSp modSp mod">
        <pc:chgData name="Mueller, Nicola" userId="f7df689c-9f9c-42cd-a88b-3745108b8271" providerId="ADAL" clId="{54B8CD3E-9E43-5F36-A434-52BFDD2F071A}" dt="2026-07-16T00:26:00.658" v="27"/>
        <pc:sldMkLst>
          <pc:docMk/>
          <pc:sldMk cId="4060666597" sldId="535"/>
        </pc:sldMkLst>
        <pc:spChg chg="add mod">
          <ac:chgData name="Mueller, Nicola" userId="f7df689c-9f9c-42cd-a88b-3745108b8271" providerId="ADAL" clId="{54B8CD3E-9E43-5F36-A434-52BFDD2F071A}" dt="2026-07-16T00:26:00.658" v="27"/>
          <ac:spMkLst>
            <pc:docMk/>
            <pc:sldMk cId="4060666597" sldId="535"/>
            <ac:spMk id="3" creationId="{B65ABF85-26C9-F06D-FC97-44857F3F4D64}"/>
          </ac:spMkLst>
        </pc:spChg>
        <pc:spChg chg="del">
          <ac:chgData name="Mueller, Nicola" userId="f7df689c-9f9c-42cd-a88b-3745108b8271" providerId="ADAL" clId="{54B8CD3E-9E43-5F36-A434-52BFDD2F071A}" dt="2026-07-16T00:26:00.131" v="26" actId="478"/>
          <ac:spMkLst>
            <pc:docMk/>
            <pc:sldMk cId="4060666597" sldId="535"/>
            <ac:spMk id="4" creationId="{989A98EC-B13F-9127-CDA9-1BC82A73FEAF}"/>
          </ac:spMkLst>
        </pc:spChg>
      </pc:sldChg>
      <pc:sldChg chg="addSp delSp modSp add del mod">
        <pc:chgData name="Mueller, Nicola" userId="f7df689c-9f9c-42cd-a88b-3745108b8271" providerId="ADAL" clId="{54B8CD3E-9E43-5F36-A434-52BFDD2F071A}" dt="2026-07-16T12:50:05.508" v="1194" actId="20577"/>
        <pc:sldMkLst>
          <pc:docMk/>
          <pc:sldMk cId="2507919840" sldId="536"/>
        </pc:sldMkLst>
        <pc:spChg chg="mod">
          <ac:chgData name="Mueller, Nicola" userId="f7df689c-9f9c-42cd-a88b-3745108b8271" providerId="ADAL" clId="{54B8CD3E-9E43-5F36-A434-52BFDD2F071A}" dt="2026-07-16T12:50:05.508" v="1194" actId="20577"/>
          <ac:spMkLst>
            <pc:docMk/>
            <pc:sldMk cId="2507919840" sldId="536"/>
            <ac:spMk id="2" creationId="{A1D6F94E-8CAA-B04C-8950-0F8492BF3952}"/>
          </ac:spMkLst>
        </pc:spChg>
        <pc:spChg chg="add mod">
          <ac:chgData name="Mueller, Nicola" userId="f7df689c-9f9c-42cd-a88b-3745108b8271" providerId="ADAL" clId="{54B8CD3E-9E43-5F36-A434-52BFDD2F071A}" dt="2026-07-16T00:26:03.992" v="29"/>
          <ac:spMkLst>
            <pc:docMk/>
            <pc:sldMk cId="2507919840" sldId="536"/>
            <ac:spMk id="3" creationId="{09370EEF-D220-6C4A-4491-946178EABEF3}"/>
          </ac:spMkLst>
        </pc:spChg>
        <pc:spChg chg="del">
          <ac:chgData name="Mueller, Nicola" userId="f7df689c-9f9c-42cd-a88b-3745108b8271" providerId="ADAL" clId="{54B8CD3E-9E43-5F36-A434-52BFDD2F071A}" dt="2026-07-16T00:26:03.577" v="28" actId="478"/>
          <ac:spMkLst>
            <pc:docMk/>
            <pc:sldMk cId="2507919840" sldId="536"/>
            <ac:spMk id="4" creationId="{989A98EC-B13F-9127-CDA9-1BC82A73FEAF}"/>
          </ac:spMkLst>
        </pc:spChg>
        <pc:picChg chg="mod modCrop">
          <ac:chgData name="Mueller, Nicola" userId="f7df689c-9f9c-42cd-a88b-3745108b8271" providerId="ADAL" clId="{54B8CD3E-9E43-5F36-A434-52BFDD2F071A}" dt="2026-07-16T12:49:26.651" v="1122" actId="732"/>
          <ac:picMkLst>
            <pc:docMk/>
            <pc:sldMk cId="2507919840" sldId="536"/>
            <ac:picMk id="5" creationId="{E2E3FB7B-B1C5-DB7E-6F6E-E1FC51EAA715}"/>
          </ac:picMkLst>
        </pc:picChg>
      </pc:sldChg>
      <pc:sldChg chg="addSp delSp modSp mod">
        <pc:chgData name="Mueller, Nicola" userId="f7df689c-9f9c-42cd-a88b-3745108b8271" providerId="ADAL" clId="{54B8CD3E-9E43-5F36-A434-52BFDD2F071A}" dt="2026-07-16T00:25:42.578" v="25"/>
        <pc:sldMkLst>
          <pc:docMk/>
          <pc:sldMk cId="316744022" sldId="537"/>
        </pc:sldMkLst>
        <pc:spChg chg="add mod">
          <ac:chgData name="Mueller, Nicola" userId="f7df689c-9f9c-42cd-a88b-3745108b8271" providerId="ADAL" clId="{54B8CD3E-9E43-5F36-A434-52BFDD2F071A}" dt="2026-07-16T00:25:42.578" v="25"/>
          <ac:spMkLst>
            <pc:docMk/>
            <pc:sldMk cId="316744022" sldId="537"/>
            <ac:spMk id="3" creationId="{F2DEC596-840E-E54D-084C-E1622187E496}"/>
          </ac:spMkLst>
        </pc:spChg>
        <pc:spChg chg="del">
          <ac:chgData name="Mueller, Nicola" userId="f7df689c-9f9c-42cd-a88b-3745108b8271" providerId="ADAL" clId="{54B8CD3E-9E43-5F36-A434-52BFDD2F071A}" dt="2026-07-16T00:25:42.163" v="24" actId="478"/>
          <ac:spMkLst>
            <pc:docMk/>
            <pc:sldMk cId="316744022" sldId="537"/>
            <ac:spMk id="4" creationId="{989A98EC-B13F-9127-CDA9-1BC82A73FEAF}"/>
          </ac:spMkLst>
        </pc:spChg>
      </pc:sldChg>
      <pc:sldChg chg="modSp mod">
        <pc:chgData name="Mueller, Nicola" userId="f7df689c-9f9c-42cd-a88b-3745108b8271" providerId="ADAL" clId="{54B8CD3E-9E43-5F36-A434-52BFDD2F071A}" dt="2026-07-16T00:25:33.281" v="21" actId="14100"/>
        <pc:sldMkLst>
          <pc:docMk/>
          <pc:sldMk cId="3274530710" sldId="539"/>
        </pc:sldMkLst>
        <pc:spChg chg="mod">
          <ac:chgData name="Mueller, Nicola" userId="f7df689c-9f9c-42cd-a88b-3745108b8271" providerId="ADAL" clId="{54B8CD3E-9E43-5F36-A434-52BFDD2F071A}" dt="2026-07-16T00:25:33.281" v="21" actId="14100"/>
          <ac:spMkLst>
            <pc:docMk/>
            <pc:sldMk cId="3274530710" sldId="539"/>
            <ac:spMk id="4" creationId="{31560B81-7EBA-0C56-35E7-7AD396173BEB}"/>
          </ac:spMkLst>
        </pc:spChg>
      </pc:sldChg>
      <pc:sldChg chg="addSp delSp modSp mod">
        <pc:chgData name="Mueller, Nicola" userId="f7df689c-9f9c-42cd-a88b-3745108b8271" providerId="ADAL" clId="{54B8CD3E-9E43-5F36-A434-52BFDD2F071A}" dt="2026-07-16T12:46:55.434" v="927" actId="20577"/>
        <pc:sldMkLst>
          <pc:docMk/>
          <pc:sldMk cId="3886899051" sldId="540"/>
        </pc:sldMkLst>
        <pc:spChg chg="mod">
          <ac:chgData name="Mueller, Nicola" userId="f7df689c-9f9c-42cd-a88b-3745108b8271" providerId="ADAL" clId="{54B8CD3E-9E43-5F36-A434-52BFDD2F071A}" dt="2026-07-16T12:46:55.434" v="927" actId="20577"/>
          <ac:spMkLst>
            <pc:docMk/>
            <pc:sldMk cId="3886899051" sldId="540"/>
            <ac:spMk id="2" creationId="{C7EB8E3B-3924-B3E7-D317-0378151EEF3A}"/>
          </ac:spMkLst>
        </pc:spChg>
        <pc:picChg chg="add mod">
          <ac:chgData name="Mueller, Nicola" userId="f7df689c-9f9c-42cd-a88b-3745108b8271" providerId="ADAL" clId="{54B8CD3E-9E43-5F36-A434-52BFDD2F071A}" dt="2026-07-16T12:46:33.236" v="835" actId="14100"/>
          <ac:picMkLst>
            <pc:docMk/>
            <pc:sldMk cId="3886899051" sldId="540"/>
            <ac:picMk id="4" creationId="{523D322B-A11D-798A-7FD8-8131230AB767}"/>
          </ac:picMkLst>
        </pc:picChg>
        <pc:picChg chg="del mod">
          <ac:chgData name="Mueller, Nicola" userId="f7df689c-9f9c-42cd-a88b-3745108b8271" providerId="ADAL" clId="{54B8CD3E-9E43-5F36-A434-52BFDD2F071A}" dt="2026-07-16T12:46:22.533" v="831" actId="478"/>
          <ac:picMkLst>
            <pc:docMk/>
            <pc:sldMk cId="3886899051" sldId="540"/>
            <ac:picMk id="1026" creationId="{7F1231E4-1913-C5D1-480E-5B3821896D5E}"/>
          </ac:picMkLst>
        </pc:picChg>
      </pc:sldChg>
      <pc:sldChg chg="addSp delSp modSp add mod">
        <pc:chgData name="Mueller, Nicola" userId="f7df689c-9f9c-42cd-a88b-3745108b8271" providerId="ADAL" clId="{54B8CD3E-9E43-5F36-A434-52BFDD2F071A}" dt="2026-07-16T00:27:46.114" v="176" actId="1076"/>
        <pc:sldMkLst>
          <pc:docMk/>
          <pc:sldMk cId="274988219" sldId="542"/>
        </pc:sldMkLst>
        <pc:spChg chg="mod">
          <ac:chgData name="Mueller, Nicola" userId="f7df689c-9f9c-42cd-a88b-3745108b8271" providerId="ADAL" clId="{54B8CD3E-9E43-5F36-A434-52BFDD2F071A}" dt="2026-07-16T00:27:43.924" v="175" actId="20577"/>
          <ac:spMkLst>
            <pc:docMk/>
            <pc:sldMk cId="274988219" sldId="542"/>
            <ac:spMk id="2" creationId="{45FD62C0-E216-8597-DF8B-162D9C5F7A9A}"/>
          </ac:spMkLst>
        </pc:spChg>
        <pc:spChg chg="mod">
          <ac:chgData name="Mueller, Nicola" userId="f7df689c-9f9c-42cd-a88b-3745108b8271" providerId="ADAL" clId="{54B8CD3E-9E43-5F36-A434-52BFDD2F071A}" dt="2026-07-16T00:27:16.146" v="57" actId="20577"/>
          <ac:spMkLst>
            <pc:docMk/>
            <pc:sldMk cId="274988219" sldId="542"/>
            <ac:spMk id="3" creationId="{DB97B3F0-DC4A-1AB5-F258-0AC4C5AB9FA3}"/>
          </ac:spMkLst>
        </pc:spChg>
        <pc:picChg chg="del">
          <ac:chgData name="Mueller, Nicola" userId="f7df689c-9f9c-42cd-a88b-3745108b8271" providerId="ADAL" clId="{54B8CD3E-9E43-5F36-A434-52BFDD2F071A}" dt="2026-07-16T00:26:52.133" v="31" actId="478"/>
          <ac:picMkLst>
            <pc:docMk/>
            <pc:sldMk cId="274988219" sldId="542"/>
            <ac:picMk id="5" creationId="{2764ED60-6F90-B250-EAEE-90B06EF8F29F}"/>
          </ac:picMkLst>
        </pc:picChg>
        <pc:picChg chg="add mod">
          <ac:chgData name="Mueller, Nicola" userId="f7df689c-9f9c-42cd-a88b-3745108b8271" providerId="ADAL" clId="{54B8CD3E-9E43-5F36-A434-52BFDD2F071A}" dt="2026-07-16T00:27:46.114" v="176" actId="1076"/>
          <ac:picMkLst>
            <pc:docMk/>
            <pc:sldMk cId="274988219" sldId="542"/>
            <ac:picMk id="6" creationId="{891BBDD1-119B-5F81-EF1D-3B66C4CC1995}"/>
          </ac:picMkLst>
        </pc:picChg>
      </pc:sldChg>
      <pc:sldChg chg="addSp delSp modSp add mod">
        <pc:chgData name="Mueller, Nicola" userId="f7df689c-9f9c-42cd-a88b-3745108b8271" providerId="ADAL" clId="{54B8CD3E-9E43-5F36-A434-52BFDD2F071A}" dt="2026-07-16T00:28:47.432" v="189"/>
        <pc:sldMkLst>
          <pc:docMk/>
          <pc:sldMk cId="1966069647" sldId="543"/>
        </pc:sldMkLst>
        <pc:spChg chg="mod">
          <ac:chgData name="Mueller, Nicola" userId="f7df689c-9f9c-42cd-a88b-3745108b8271" providerId="ADAL" clId="{54B8CD3E-9E43-5F36-A434-52BFDD2F071A}" dt="2026-07-16T00:28:44.858" v="187" actId="1076"/>
          <ac:spMkLst>
            <pc:docMk/>
            <pc:sldMk cId="1966069647" sldId="543"/>
            <ac:spMk id="2" creationId="{9357CC30-F8DC-3164-A636-B568DB278FA9}"/>
          </ac:spMkLst>
        </pc:spChg>
        <pc:spChg chg="add del mod">
          <ac:chgData name="Mueller, Nicola" userId="f7df689c-9f9c-42cd-a88b-3745108b8271" providerId="ADAL" clId="{54B8CD3E-9E43-5F36-A434-52BFDD2F071A}" dt="2026-07-16T00:28:47.432" v="189"/>
          <ac:spMkLst>
            <pc:docMk/>
            <pc:sldMk cId="1966069647" sldId="543"/>
            <ac:spMk id="7" creationId="{51C3C3F0-C3FB-8B2A-65E9-E2117D381A80}"/>
          </ac:spMkLst>
        </pc:spChg>
        <pc:picChg chg="add mod">
          <ac:chgData name="Mueller, Nicola" userId="f7df689c-9f9c-42cd-a88b-3745108b8271" providerId="ADAL" clId="{54B8CD3E-9E43-5F36-A434-52BFDD2F071A}" dt="2026-07-16T00:28:37.495" v="184" actId="14100"/>
          <ac:picMkLst>
            <pc:docMk/>
            <pc:sldMk cId="1966069647" sldId="543"/>
            <ac:picMk id="5" creationId="{0B909C00-A044-26E3-88B3-07252D07D810}"/>
          </ac:picMkLst>
        </pc:picChg>
        <pc:picChg chg="del">
          <ac:chgData name="Mueller, Nicola" userId="f7df689c-9f9c-42cd-a88b-3745108b8271" providerId="ADAL" clId="{54B8CD3E-9E43-5F36-A434-52BFDD2F071A}" dt="2026-07-16T00:28:24.826" v="178" actId="478"/>
          <ac:picMkLst>
            <pc:docMk/>
            <pc:sldMk cId="1966069647" sldId="543"/>
            <ac:picMk id="6" creationId="{209D1524-1A35-6C0C-A39F-3FA9F60C3F06}"/>
          </ac:picMkLst>
        </pc:picChg>
      </pc:sldChg>
      <pc:sldChg chg="delSp add del mod">
        <pc:chgData name="Mueller, Nicola" userId="f7df689c-9f9c-42cd-a88b-3745108b8271" providerId="ADAL" clId="{54B8CD3E-9E43-5F36-A434-52BFDD2F071A}" dt="2026-07-16T00:28:54.540" v="193" actId="2696"/>
        <pc:sldMkLst>
          <pc:docMk/>
          <pc:sldMk cId="2785863599" sldId="544"/>
        </pc:sldMkLst>
        <pc:picChg chg="del">
          <ac:chgData name="Mueller, Nicola" userId="f7df689c-9f9c-42cd-a88b-3745108b8271" providerId="ADAL" clId="{54B8CD3E-9E43-5F36-A434-52BFDD2F071A}" dt="2026-07-16T00:28:49.853" v="191" actId="478"/>
          <ac:picMkLst>
            <pc:docMk/>
            <pc:sldMk cId="2785863599" sldId="544"/>
            <ac:picMk id="5" creationId="{0DB8863B-E6D9-D2F9-3CD0-3D24B638BD8E}"/>
          </ac:picMkLst>
        </pc:picChg>
      </pc:sldChg>
      <pc:sldChg chg="addSp delSp modSp add mod">
        <pc:chgData name="Mueller, Nicola" userId="f7df689c-9f9c-42cd-a88b-3745108b8271" providerId="ADAL" clId="{54B8CD3E-9E43-5F36-A434-52BFDD2F071A}" dt="2026-07-16T12:34:24.535" v="507" actId="1076"/>
        <pc:sldMkLst>
          <pc:docMk/>
          <pc:sldMk cId="4146516321" sldId="545"/>
        </pc:sldMkLst>
        <pc:spChg chg="mod">
          <ac:chgData name="Mueller, Nicola" userId="f7df689c-9f9c-42cd-a88b-3745108b8271" providerId="ADAL" clId="{54B8CD3E-9E43-5F36-A434-52BFDD2F071A}" dt="2026-07-16T00:33:40.565" v="358" actId="313"/>
          <ac:spMkLst>
            <pc:docMk/>
            <pc:sldMk cId="4146516321" sldId="545"/>
            <ac:spMk id="2" creationId="{34D21B59-AB94-5B49-03F0-8BEB7DDD2D23}"/>
          </ac:spMkLst>
        </pc:spChg>
        <pc:picChg chg="add del mod">
          <ac:chgData name="Mueller, Nicola" userId="f7df689c-9f9c-42cd-a88b-3745108b8271" providerId="ADAL" clId="{54B8CD3E-9E43-5F36-A434-52BFDD2F071A}" dt="2026-07-16T00:32:31.862" v="256" actId="478"/>
          <ac:picMkLst>
            <pc:docMk/>
            <pc:sldMk cId="4146516321" sldId="545"/>
            <ac:picMk id="5" creationId="{D9EB0148-0C26-0D3A-1692-664DD6548E70}"/>
          </ac:picMkLst>
        </pc:picChg>
        <pc:picChg chg="del">
          <ac:chgData name="Mueller, Nicola" userId="f7df689c-9f9c-42cd-a88b-3745108b8271" providerId="ADAL" clId="{54B8CD3E-9E43-5F36-A434-52BFDD2F071A}" dt="2026-07-16T00:28:56.243" v="194" actId="478"/>
          <ac:picMkLst>
            <pc:docMk/>
            <pc:sldMk cId="4146516321" sldId="545"/>
            <ac:picMk id="6" creationId="{C816183F-A3CE-263B-99A5-F468F1D218FF}"/>
          </ac:picMkLst>
        </pc:picChg>
        <pc:picChg chg="add mod modCrop">
          <ac:chgData name="Mueller, Nicola" userId="f7df689c-9f9c-42cd-a88b-3745108b8271" providerId="ADAL" clId="{54B8CD3E-9E43-5F36-A434-52BFDD2F071A}" dt="2026-07-16T12:34:24.535" v="507" actId="1076"/>
          <ac:picMkLst>
            <pc:docMk/>
            <pc:sldMk cId="4146516321" sldId="545"/>
            <ac:picMk id="8" creationId="{475DF7F2-3F13-0BDD-3AC0-6C0B42AE943F}"/>
          </ac:picMkLst>
        </pc:picChg>
        <pc:picChg chg="add mod">
          <ac:chgData name="Mueller, Nicola" userId="f7df689c-9f9c-42cd-a88b-3745108b8271" providerId="ADAL" clId="{54B8CD3E-9E43-5F36-A434-52BFDD2F071A}" dt="2026-07-16T00:33:12.691" v="277" actId="1076"/>
          <ac:picMkLst>
            <pc:docMk/>
            <pc:sldMk cId="4146516321" sldId="545"/>
            <ac:picMk id="10" creationId="{9C5139BC-A7A5-F3B7-5D36-5E5154A76AC0}"/>
          </ac:picMkLst>
        </pc:picChg>
        <pc:picChg chg="add mod modCrop">
          <ac:chgData name="Mueller, Nicola" userId="f7df689c-9f9c-42cd-a88b-3745108b8271" providerId="ADAL" clId="{54B8CD3E-9E43-5F36-A434-52BFDD2F071A}" dt="2026-07-16T12:34:22.556" v="506" actId="1076"/>
          <ac:picMkLst>
            <pc:docMk/>
            <pc:sldMk cId="4146516321" sldId="545"/>
            <ac:picMk id="11" creationId="{41BB1230-8FAE-5D2A-D8F4-4D5A06666CD3}"/>
          </ac:picMkLst>
        </pc:picChg>
      </pc:sldChg>
      <pc:sldChg chg="modSp add mod">
        <pc:chgData name="Mueller, Nicola" userId="f7df689c-9f9c-42cd-a88b-3745108b8271" providerId="ADAL" clId="{54B8CD3E-9E43-5F36-A434-52BFDD2F071A}" dt="2026-07-16T12:42:26.648" v="807" actId="20577"/>
        <pc:sldMkLst>
          <pc:docMk/>
          <pc:sldMk cId="2473432638" sldId="546"/>
        </pc:sldMkLst>
        <pc:spChg chg="mod">
          <ac:chgData name="Mueller, Nicola" userId="f7df689c-9f9c-42cd-a88b-3745108b8271" providerId="ADAL" clId="{54B8CD3E-9E43-5F36-A434-52BFDD2F071A}" dt="2026-07-16T12:41:15.162" v="563" actId="20577"/>
          <ac:spMkLst>
            <pc:docMk/>
            <pc:sldMk cId="2473432638" sldId="546"/>
            <ac:spMk id="2" creationId="{7898E608-E41B-B2DC-8150-5E71A82A5008}"/>
          </ac:spMkLst>
        </pc:spChg>
        <pc:spChg chg="mod">
          <ac:chgData name="Mueller, Nicola" userId="f7df689c-9f9c-42cd-a88b-3745108b8271" providerId="ADAL" clId="{54B8CD3E-9E43-5F36-A434-52BFDD2F071A}" dt="2026-07-16T12:42:26.648" v="807" actId="20577"/>
          <ac:spMkLst>
            <pc:docMk/>
            <pc:sldMk cId="2473432638" sldId="546"/>
            <ac:spMk id="3" creationId="{058DB350-EC06-F82F-4167-67B7FA6C6B02}"/>
          </ac:spMkLst>
        </pc:spChg>
      </pc:sldChg>
      <pc:sldChg chg="add del">
        <pc:chgData name="Mueller, Nicola" userId="f7df689c-9f9c-42cd-a88b-3745108b8271" providerId="ADAL" clId="{54B8CD3E-9E43-5F36-A434-52BFDD2F071A}" dt="2026-07-16T00:32:30.517" v="255" actId="2696"/>
        <pc:sldMkLst>
          <pc:docMk/>
          <pc:sldMk cId="3003535180" sldId="546"/>
        </pc:sldMkLst>
      </pc:sldChg>
      <pc:sldChg chg="addSp delSp modSp add mod">
        <pc:chgData name="Mueller, Nicola" userId="f7df689c-9f9c-42cd-a88b-3745108b8271" providerId="ADAL" clId="{54B8CD3E-9E43-5F36-A434-52BFDD2F071A}" dt="2026-07-16T12:47:24.589" v="1023" actId="20577"/>
        <pc:sldMkLst>
          <pc:docMk/>
          <pc:sldMk cId="571467916" sldId="547"/>
        </pc:sldMkLst>
        <pc:spChg chg="mod">
          <ac:chgData name="Mueller, Nicola" userId="f7df689c-9f9c-42cd-a88b-3745108b8271" providerId="ADAL" clId="{54B8CD3E-9E43-5F36-A434-52BFDD2F071A}" dt="2026-07-16T12:47:24.589" v="1023" actId="20577"/>
          <ac:spMkLst>
            <pc:docMk/>
            <pc:sldMk cId="571467916" sldId="547"/>
            <ac:spMk id="2" creationId="{903595B5-32E0-F955-9FD3-3C1D02D94F6A}"/>
          </ac:spMkLst>
        </pc:spChg>
        <pc:spChg chg="add del mod">
          <ac:chgData name="Mueller, Nicola" userId="f7df689c-9f9c-42cd-a88b-3745108b8271" providerId="ADAL" clId="{54B8CD3E-9E43-5F36-A434-52BFDD2F071A}" dt="2026-07-16T12:43:48.983" v="830"/>
          <ac:spMkLst>
            <pc:docMk/>
            <pc:sldMk cId="571467916" sldId="547"/>
            <ac:spMk id="3" creationId="{1EDF874D-1276-E388-DAA7-74BA338B3E54}"/>
          </ac:spMkLst>
        </pc:spChg>
        <pc:picChg chg="add mod">
          <ac:chgData name="Mueller, Nicola" userId="f7df689c-9f9c-42cd-a88b-3745108b8271" providerId="ADAL" clId="{54B8CD3E-9E43-5F36-A434-52BFDD2F071A}" dt="2026-07-16T12:47:06.032" v="932" actId="1076"/>
          <ac:picMkLst>
            <pc:docMk/>
            <pc:sldMk cId="571467916" sldId="547"/>
            <ac:picMk id="6" creationId="{2EC85775-D9E6-0E60-81ED-C32940C783AE}"/>
          </ac:picMkLst>
        </pc:picChg>
        <pc:picChg chg="del mod">
          <ac:chgData name="Mueller, Nicola" userId="f7df689c-9f9c-42cd-a88b-3745108b8271" providerId="ADAL" clId="{54B8CD3E-9E43-5F36-A434-52BFDD2F071A}" dt="2026-07-16T12:46:57.291" v="928" actId="478"/>
          <ac:picMkLst>
            <pc:docMk/>
            <pc:sldMk cId="571467916" sldId="547"/>
            <ac:picMk id="1026" creationId="{4A764726-CC30-FA20-AE3B-EEE561EA59BB}"/>
          </ac:picMkLst>
        </pc:picChg>
      </pc:sldChg>
      <pc:sldChg chg="addSp delSp modSp add mod">
        <pc:chgData name="Mueller, Nicola" userId="f7df689c-9f9c-42cd-a88b-3745108b8271" providerId="ADAL" clId="{54B8CD3E-9E43-5F36-A434-52BFDD2F071A}" dt="2026-07-16T12:49:08.006" v="1121"/>
        <pc:sldMkLst>
          <pc:docMk/>
          <pc:sldMk cId="1386814999" sldId="548"/>
        </pc:sldMkLst>
        <pc:spChg chg="mod">
          <ac:chgData name="Mueller, Nicola" userId="f7df689c-9f9c-42cd-a88b-3745108b8271" providerId="ADAL" clId="{54B8CD3E-9E43-5F36-A434-52BFDD2F071A}" dt="2026-07-16T12:48:51.849" v="1116" actId="20577"/>
          <ac:spMkLst>
            <pc:docMk/>
            <pc:sldMk cId="1386814999" sldId="548"/>
            <ac:spMk id="2" creationId="{0DA1FFF2-70A5-EC11-49E5-753D6BFEE5A2}"/>
          </ac:spMkLst>
        </pc:spChg>
        <pc:spChg chg="mod">
          <ac:chgData name="Mueller, Nicola" userId="f7df689c-9f9c-42cd-a88b-3745108b8271" providerId="ADAL" clId="{54B8CD3E-9E43-5F36-A434-52BFDD2F071A}" dt="2026-07-16T12:49:08.006" v="1121"/>
          <ac:spMkLst>
            <pc:docMk/>
            <pc:sldMk cId="1386814999" sldId="548"/>
            <ac:spMk id="5" creationId="{E85BD846-DD70-A2DA-C616-B61CFF9924F4}"/>
          </ac:spMkLst>
        </pc:spChg>
        <pc:picChg chg="add mod">
          <ac:chgData name="Mueller, Nicola" userId="f7df689c-9f9c-42cd-a88b-3745108b8271" providerId="ADAL" clId="{54B8CD3E-9E43-5F36-A434-52BFDD2F071A}" dt="2026-07-16T12:48:59.092" v="1120" actId="1076"/>
          <ac:picMkLst>
            <pc:docMk/>
            <pc:sldMk cId="1386814999" sldId="548"/>
            <ac:picMk id="4" creationId="{2CB78564-F06E-C9FD-63C4-955853EE7E42}"/>
          </ac:picMkLst>
        </pc:picChg>
        <pc:picChg chg="del">
          <ac:chgData name="Mueller, Nicola" userId="f7df689c-9f9c-42cd-a88b-3745108b8271" providerId="ADAL" clId="{54B8CD3E-9E43-5F36-A434-52BFDD2F071A}" dt="2026-07-16T12:48:52.949" v="1117" actId="478"/>
          <ac:picMkLst>
            <pc:docMk/>
            <pc:sldMk cId="1386814999" sldId="548"/>
            <ac:picMk id="6" creationId="{CCA97658-0A05-F36B-7B2F-50E871497F62}"/>
          </ac:picMkLst>
        </pc:picChg>
      </pc:sldChg>
      <pc:sldChg chg="modSp add del">
        <pc:chgData name="Mueller, Nicola" userId="f7df689c-9f9c-42cd-a88b-3745108b8271" providerId="ADAL" clId="{54B8CD3E-9E43-5F36-A434-52BFDD2F071A}" dt="2026-07-16T12:43:48.001" v="828" actId="2696"/>
        <pc:sldMkLst>
          <pc:docMk/>
          <pc:sldMk cId="2390020682" sldId="548"/>
        </pc:sldMkLst>
        <pc:picChg chg="mod">
          <ac:chgData name="Mueller, Nicola" userId="f7df689c-9f9c-42cd-a88b-3745108b8271" providerId="ADAL" clId="{54B8CD3E-9E43-5F36-A434-52BFDD2F071A}" dt="2026-07-16T12:43:46.771" v="827" actId="1076"/>
          <ac:picMkLst>
            <pc:docMk/>
            <pc:sldMk cId="2390020682" sldId="548"/>
            <ac:picMk id="1026" creationId="{0E365FCE-44DA-E55D-441E-98AE92B3918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9B813C-1505-AF42-8F33-B63B902FA698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151E07-10EA-3C4F-96D5-854F65AB33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82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642AFE-03F1-5547-83CE-7FD15ADA001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3058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151E07-10EA-3C4F-96D5-854F65AB33A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180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151E07-10EA-3C4F-96D5-854F65AB33A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5275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151E07-10EA-3C4F-96D5-854F65AB33A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026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151E07-10EA-3C4F-96D5-854F65AB33A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971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151E07-10EA-3C4F-96D5-854F65AB33A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345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151E07-10EA-3C4F-96D5-854F65AB33A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808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151E07-10EA-3C4F-96D5-854F65AB33A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727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Here, I show phylogenetic tree reconstructed from SARS-CoV-2 sequences isolated in Washington State and around to world, where samples from Washington State are colored based on the county they were isolated in.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After an initial introduction, SARS-CoV-2 spread mostly around Seattle, but more widespread around the state soon thereafter.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Viruses introduced early differed from those later, most notably by a amino acid substitution in the spike protein.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These two variants are referred to as 614D and  614G.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642AFE-03F1-5547-83CE-7FD15ADA001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178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The two spike variants 614D and 614G were shown to differ in viral load and presumably transmission rate.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614G emerged in Europe and soon became the dominant spike variant around the world.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The same pattern could be observed in Washington State, leading us to investigate why it took over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642AFE-03F1-5547-83CE-7FD15ADA0013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6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642AFE-03F1-5547-83CE-7FD15ADA001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8168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used phylodynamic approaches to study how the case load of the two different variants changed over time.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Reconstructing the effective population size, as measure proportional to the number of infected over time, of the spike variants reveals different temporal patterns.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614D dominated early, but soon declined, while 614G cases peaked much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642AFE-03F1-5547-83CE-7FD15ADA001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721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can also reconstruct how the reproduction number, that is the number of secondary infections per infected individual changed over time using </a:t>
            </a:r>
            <a:r>
              <a:rPr lang="en-US" dirty="0" err="1"/>
              <a:t>phylodynamics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revealed that the transmission dynamics of 614D cases change with mobility patterns in King County while 614G cases are more consistent with mobility patterns outside of King County.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642AFE-03F1-5547-83CE-7FD15ADA001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9190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can also use these phylodynamic methods to get an idea of how important introductions are in driving cases.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What we find is that introductions from outside the state played only a minor role (after the initial introduction) in driving cases of 614D, but played a major role in driving 614G cases, the dominant variant at that time in Europe and the North East of the US.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suggest that the changes in local frequencies of the two different spike variants very driven by different timings of when local measure were introduced and by a large number of introductions of 614G viruses from outside the state.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642AFE-03F1-5547-83CE-7FD15ADA0013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78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BD2F4-ADB2-7940-8C48-81A6ADD54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E05F6C-FF39-C349-8AE6-2F7B5A5C4C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A4EC15-BB47-5C42-9CD7-9DFD10AC4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5E65C8-4BDA-E742-81D9-83E5DBB1B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7EDEE6-6536-EA40-B5A5-C8DFA5968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9157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6ED5-09E4-E544-812D-1C903ED9D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370AE-24DB-3E4D-BA36-5AA7EA1A0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45543-6A14-4044-92C1-18C111A18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D764C-6994-C349-8D4E-B25F1B049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CBFE8-6EE4-5645-AB98-63B0F6B78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715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B7E64-B912-0948-AE11-CFD2FD134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2EF730-37DE-C249-A8FB-AC6885CFD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A701-F228-E846-8E42-633529C24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AB55C3-22AD-B046-B106-98FD57DC1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3B019-6F5B-2B4B-862C-D256372CD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308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433-94F5-9B48-88B3-C6C3A42B7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225F4-CA7E-B347-A1D8-264D75AA99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C8E893-4C30-5149-ABB3-B192CD0E83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C6A5DB-9367-F646-882D-87AB01320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50D731-6B73-D544-A3EB-1E8F9698F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65A68-6F3A-F445-905B-E4F5423D8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260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C1120-CD2C-E246-A884-F7F05A66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34421-6F07-F74E-9114-4DCEC80E05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917290-A86C-4048-87CF-70535C6DAA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4B3251-0177-DC48-823B-42177F076B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4EB699-8EAF-8B4F-A792-75B6402F19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C54AAC-2E80-D04B-B8C9-FF8E67434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E17620-922D-6D46-86B0-E4FAC7727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17BB9D-37C8-0642-A6DC-DCA6704F6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636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8D8E9-074C-8248-B84B-D362D5540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8570A3-9929-7740-9026-900BC9BD4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C9A7DD-FA65-5946-89EB-54E287221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845527-E14F-C941-835D-60E352DA6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785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4A265-EB16-434A-99DD-4D8F355FE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652724-4B77-FD41-8D49-48045EBF9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057259-670B-E849-A698-E41ACD005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252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632EA-7B22-2C4B-B464-4BCF3800E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74914-900E-CB4B-8BD5-13C7D445E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3BCAA-34AD-624F-8098-DD0BB005E5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08D6C-118E-9044-AD57-E6585ACF9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85E30-031A-944B-A8B2-6BDCFBA8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C11816-2419-CC4B-B107-9061A0E9F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477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11288-04A8-D142-9E71-295C8CCD4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3310B1-DAE9-B549-B2E9-C8A51FDD96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B13D2D-0B3D-6548-9E1E-4FB5C0FF6E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6B371-E971-CE46-8BBF-C159693A5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0C0F3D-1305-5E40-8C2D-B3E98BA8F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4CB493-8028-1941-B59F-368853D54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49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0B1-AD4B-F84C-A2F4-4C2DC34D2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11A34B-1697-3840-A0A3-5998BA9261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36252-5372-4D47-B6DB-2E18BF4C4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7A0345-FD4D-E341-A246-A317B1775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8B5B1-6192-C840-84D5-C358DBA72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103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51DFF0-CBB0-374A-BFDA-D91CC40171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6A8E6F-2CA3-A34A-8A3B-DADE8DE05D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1A11FE-7C49-3748-BE2F-3A92FDB3E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50694-E2CB-5342-A618-A1B4CAC57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4AC80A-6B5A-8244-9440-90DE705D3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735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99CDE5-21F9-D241-B32C-AA4467593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3A8D6-1075-E841-AC38-48A8CA62C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84DE8-BBC8-974D-8DEB-21414866E4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C2829D-0F3A-D541-ADF3-F6FC21265909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F2A78-D2EA-D548-8010-5B628A7A71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B4509-F067-354E-9184-893C849210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88A73-82FD-3248-98C3-2D3963F6A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924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9.png"/><Relationship Id="rId4" Type="http://schemas.openxmlformats.org/officeDocument/2006/relationships/notesSlide" Target="../notesSlides/notesSlide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e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academic.oup.com/mbe/article-abstract/34/11/2970/3896419" TargetMode="External"/><Relationship Id="rId2" Type="http://schemas.openxmlformats.org/officeDocument/2006/relationships/hyperlink" Target="https://doi.org/10.1371/journal.pcbi.100052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093/ve/vez030" TargetMode="External"/><Relationship Id="rId5" Type="http://schemas.openxmlformats.org/officeDocument/2006/relationships/hyperlink" Target="https://doi.org/10.1371/journal.ppat.1003932" TargetMode="External"/><Relationship Id="rId4" Type="http://schemas.openxmlformats.org/officeDocument/2006/relationships/hyperlink" Target="https://doi.org/10.1093/molbev/msw06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345D6-2ABF-5F4A-86BA-016E11D4A4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27278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Modelling population structure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3BE2320-AB46-C246-9CC8-82FEF29759F7}"/>
              </a:ext>
            </a:extLst>
          </p:cNvPr>
          <p:cNvSpPr txBox="1">
            <a:spLocks/>
          </p:cNvSpPr>
          <p:nvPr/>
        </p:nvSpPr>
        <p:spPr>
          <a:xfrm>
            <a:off x="1524000" y="3704726"/>
            <a:ext cx="9144000" cy="4439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Nicola F. Müller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1B2C15F-9715-5941-BE69-9E5711EBC517}"/>
              </a:ext>
            </a:extLst>
          </p:cNvPr>
          <p:cNvSpPr txBox="1">
            <a:spLocks/>
          </p:cNvSpPr>
          <p:nvPr/>
        </p:nvSpPr>
        <p:spPr>
          <a:xfrm>
            <a:off x="1524000" y="4270177"/>
            <a:ext cx="9144000" cy="761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e-mail: </a:t>
            </a:r>
            <a:r>
              <a:rPr lang="en-US" sz="1600" dirty="0" err="1"/>
              <a:t>nicola.mueller@ucsf.edu</a:t>
            </a:r>
            <a:endParaRPr lang="en-US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31286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FC809-215F-DA4D-953C-11D58D0AA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Phylogenetic trees are formed by population processes and contain information about them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2F2B03A-2ACB-EF48-B8E5-651DAF5E7F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9953" y="2189019"/>
            <a:ext cx="9312094" cy="3527930"/>
          </a:xfrm>
        </p:spPr>
      </p:pic>
    </p:spTree>
    <p:extLst>
      <p:ext uri="{BB962C8B-B14F-4D97-AF65-F5344CB8AC3E}">
        <p14:creationId xmlns:p14="http://schemas.microsoft.com/office/powerpoint/2010/main" val="2663509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1156C-D0FE-0A41-8AA1-3C7835211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H3N2 sequences show spatial clustering</a:t>
            </a:r>
          </a:p>
        </p:txBody>
      </p:sp>
      <p:pic>
        <p:nvPicPr>
          <p:cNvPr id="5" name="Content Placeholder 4" descr="A close up of a map&#10;&#10;Description automatically generated">
            <a:extLst>
              <a:ext uri="{FF2B5EF4-FFF2-40B4-BE49-F238E27FC236}">
                <a16:creationId xmlns:a16="http://schemas.microsoft.com/office/drawing/2014/main" id="{E0751AA9-DA9C-BA4F-8C87-9FBB425A0F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1780" y="1825625"/>
            <a:ext cx="6928440" cy="435133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7E97FC-AF98-154C-9D50-B35597771BD3}"/>
              </a:ext>
            </a:extLst>
          </p:cNvPr>
          <p:cNvSpPr txBox="1"/>
          <p:nvPr/>
        </p:nvSpPr>
        <p:spPr>
          <a:xfrm>
            <a:off x="9036424" y="6488668"/>
            <a:ext cx="31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Bedford et al., 2010, </a:t>
            </a:r>
            <a:r>
              <a:rPr lang="en-US" i="1" dirty="0" err="1"/>
              <a:t>PLoS</a:t>
            </a:r>
            <a:r>
              <a:rPr lang="en-US" i="1" dirty="0"/>
              <a:t> Path.</a:t>
            </a:r>
          </a:p>
        </p:txBody>
      </p:sp>
    </p:spTree>
    <p:extLst>
      <p:ext uri="{BB962C8B-B14F-4D97-AF65-F5344CB8AC3E}">
        <p14:creationId xmlns:p14="http://schemas.microsoft.com/office/powerpoint/2010/main" val="3442556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1156C-D0FE-0A41-8AA1-3C7835211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MERS sequences cluster by host of isolation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7E97FC-AF98-154C-9D50-B35597771BD3}"/>
              </a:ext>
            </a:extLst>
          </p:cNvPr>
          <p:cNvSpPr txBox="1"/>
          <p:nvPr/>
        </p:nvSpPr>
        <p:spPr>
          <a:xfrm>
            <a:off x="9036424" y="6488668"/>
            <a:ext cx="31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Dudas</a:t>
            </a:r>
            <a:r>
              <a:rPr lang="en-US" dirty="0"/>
              <a:t> et al., 2018, </a:t>
            </a:r>
            <a:r>
              <a:rPr lang="en-US" i="1" dirty="0" err="1"/>
              <a:t>eLife</a:t>
            </a:r>
            <a:endParaRPr lang="en-US" i="1" dirty="0"/>
          </a:p>
        </p:txBody>
      </p:sp>
      <p:pic>
        <p:nvPicPr>
          <p:cNvPr id="8" name="Content Placeholder 7" descr="A close up of a map&#10;&#10;Description automatically generated">
            <a:extLst>
              <a:ext uri="{FF2B5EF4-FFF2-40B4-BE49-F238E27FC236}">
                <a16:creationId xmlns:a16="http://schemas.microsoft.com/office/drawing/2014/main" id="{2CE7C41B-8045-7044-B457-7E91CC8220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4944" y="1353556"/>
            <a:ext cx="5102111" cy="5135112"/>
          </a:xfrm>
        </p:spPr>
      </p:pic>
    </p:spTree>
    <p:extLst>
      <p:ext uri="{BB962C8B-B14F-4D97-AF65-F5344CB8AC3E}">
        <p14:creationId xmlns:p14="http://schemas.microsoft.com/office/powerpoint/2010/main" val="4206505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E590D-6FA8-9144-A279-B95D7182E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600" dirty="0">
                <a:latin typeface="Helvetica" pitchFamily="2" charset="0"/>
              </a:rPr>
              <a:t>In the posterior probability, modelling the population dynamics happens in the tree prior.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9441AE-E283-B041-9161-33EDB9F07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526FD-742D-DA43-B9D4-8A35AE5387EE}" type="slidenum">
              <a:rPr lang="en-US" smtClean="0"/>
              <a:t>5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A1AEF-442A-B616-F5FE-3A78CF85280E}"/>
              </a:ext>
            </a:extLst>
          </p:cNvPr>
          <p:cNvSpPr/>
          <p:nvPr/>
        </p:nvSpPr>
        <p:spPr>
          <a:xfrm>
            <a:off x="7909222" y="6211669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err="1">
                <a:solidFill>
                  <a:srgbClr val="464646"/>
                </a:solidFill>
                <a:latin typeface="Helvetica" pitchFamily="2" charset="0"/>
              </a:rPr>
              <a:t>DuPlessis</a:t>
            </a:r>
            <a:r>
              <a:rPr lang="en-US" dirty="0">
                <a:solidFill>
                  <a:srgbClr val="464646"/>
                </a:solidFill>
                <a:latin typeface="Helvetica" pitchFamily="2" charset="0"/>
              </a:rPr>
              <a:t>, L. et al. (2015), </a:t>
            </a:r>
          </a:p>
          <a:p>
            <a:r>
              <a:rPr lang="en-US" dirty="0">
                <a:solidFill>
                  <a:srgbClr val="464646"/>
                </a:solidFill>
                <a:latin typeface="Helvetica" pitchFamily="2" charset="0"/>
              </a:rPr>
              <a:t>Trends in Microbiology</a:t>
            </a:r>
            <a:endParaRPr lang="en-US" dirty="0">
              <a:latin typeface="Helvetica" pitchFamily="2" charset="0"/>
            </a:endParaRPr>
          </a:p>
        </p:txBody>
      </p:sp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5D413B98-1830-911D-65D9-A4EF94C04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24154"/>
            <a:ext cx="10490071" cy="87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591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FC809-215F-DA4D-953C-11D58D0AA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Models to account for population structure: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39F930-64DB-584D-9C5E-A832107C7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DTA: </a:t>
            </a:r>
            <a:r>
              <a:rPr lang="en-US" dirty="0"/>
              <a:t>Assumes structure to be a neutral trait evolving “on top” of a phylogenetic tree (</a:t>
            </a:r>
            <a:r>
              <a:rPr lang="en-US" dirty="0" err="1"/>
              <a:t>Lemey</a:t>
            </a:r>
            <a:r>
              <a:rPr lang="en-US" dirty="0"/>
              <a:t> 2009).</a:t>
            </a:r>
          </a:p>
          <a:p>
            <a:endParaRPr lang="en-US" dirty="0"/>
          </a:p>
          <a:p>
            <a:r>
              <a:rPr lang="en-US" b="1" dirty="0"/>
              <a:t>Structured Coalescent: </a:t>
            </a:r>
            <a:r>
              <a:rPr lang="en-US" dirty="0"/>
              <a:t>Models how lineages coalesce within and migrate between discrete locations.</a:t>
            </a:r>
          </a:p>
          <a:p>
            <a:endParaRPr lang="en-US" dirty="0"/>
          </a:p>
          <a:p>
            <a:r>
              <a:rPr lang="en-US" b="1" dirty="0"/>
              <a:t>Multi-type Birth-death models: </a:t>
            </a:r>
            <a:r>
              <a:rPr lang="en-US" dirty="0"/>
              <a:t>Models how lineages give birth to other lineage in the same and migrate between them.</a:t>
            </a:r>
          </a:p>
        </p:txBody>
      </p:sp>
    </p:spTree>
    <p:extLst>
      <p:ext uri="{BB962C8B-B14F-4D97-AF65-F5344CB8AC3E}">
        <p14:creationId xmlns:p14="http://schemas.microsoft.com/office/powerpoint/2010/main" val="132630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FC809-215F-DA4D-953C-11D58D0AA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Tree was generated by a different process (e.g. a coalescent process).</a:t>
            </a:r>
            <a:br>
              <a:rPr lang="en-US" dirty="0"/>
            </a:b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F3BED16-4AE2-E043-9C82-B3D334AF0B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5198" y="1690688"/>
            <a:ext cx="6101603" cy="457200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D0595BD-283F-DD46-B55A-89AF5FC598D6}"/>
              </a:ext>
            </a:extLst>
          </p:cNvPr>
          <p:cNvSpPr txBox="1"/>
          <p:nvPr/>
        </p:nvSpPr>
        <p:spPr>
          <a:xfrm>
            <a:off x="9036424" y="6488668"/>
            <a:ext cx="31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Slide from Timothy Vaughan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058663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FC809-215F-DA4D-953C-11D58D0AA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Root of the tree is in some location (here red)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0595BD-283F-DD46-B55A-89AF5FC598D6}"/>
              </a:ext>
            </a:extLst>
          </p:cNvPr>
          <p:cNvSpPr txBox="1"/>
          <p:nvPr/>
        </p:nvSpPr>
        <p:spPr>
          <a:xfrm>
            <a:off x="9036424" y="6488668"/>
            <a:ext cx="31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Slide from Timothy Vaughan</a:t>
            </a:r>
            <a:endParaRPr lang="en-US" i="1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A1FA5FA-24C3-7C45-9BE3-86ECF162DC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5198" y="1690688"/>
            <a:ext cx="6101603" cy="4572000"/>
          </a:xfrm>
        </p:spPr>
      </p:pic>
    </p:spTree>
    <p:extLst>
      <p:ext uri="{BB962C8B-B14F-4D97-AF65-F5344CB8AC3E}">
        <p14:creationId xmlns:p14="http://schemas.microsoft.com/office/powerpoint/2010/main" val="23289272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FC809-215F-DA4D-953C-11D58D0AA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Then models the migration process on top of this tree from the root to the tips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76B7A15-1F95-EE42-BA91-68441FF8EE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5198" y="1690688"/>
            <a:ext cx="6101603" cy="4572000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DE05DE7-65F1-7F40-AFE7-8CBC4D7A403B}"/>
              </a:ext>
            </a:extLst>
          </p:cNvPr>
          <p:cNvSpPr txBox="1"/>
          <p:nvPr/>
        </p:nvSpPr>
        <p:spPr>
          <a:xfrm>
            <a:off x="9036424" y="6488668"/>
            <a:ext cx="31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Slide from Timothy Vaughan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8184086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FC809-215F-DA4D-953C-11D58D0AA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Sampling locations are considered Data.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04D3B5-82AD-5646-BFBC-796E5979A2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5198" y="1690688"/>
            <a:ext cx="6101603" cy="457200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676016-B560-BB47-BF53-0CD2474E942F}"/>
              </a:ext>
            </a:extLst>
          </p:cNvPr>
          <p:cNvSpPr txBox="1"/>
          <p:nvPr/>
        </p:nvSpPr>
        <p:spPr>
          <a:xfrm>
            <a:off x="9036424" y="6488668"/>
            <a:ext cx="31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Slide from Timothy Vaughan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122633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FC809-215F-DA4D-953C-11D58D0AA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Discrete trait analyses treat geography the same way as substitutions are treated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39F930-64DB-584D-9C5E-A832107C7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number of states instead of the 4 nucleotides are considered, but only one position. The number of states corresponds to discrete locations. </a:t>
            </a:r>
          </a:p>
          <a:p>
            <a:endParaRPr lang="en-US" b="1" dirty="0"/>
          </a:p>
          <a:p>
            <a:r>
              <a:rPr lang="en-US" dirty="0"/>
              <a:t>Some transition model between states (can be asymmetric) which are the migration rates.</a:t>
            </a:r>
          </a:p>
          <a:p>
            <a:endParaRPr lang="en-US" dirty="0"/>
          </a:p>
          <a:p>
            <a:r>
              <a:rPr lang="en-US" dirty="0"/>
              <a:t>Is not a tree prior, as such, a separate tree prior is needed.</a:t>
            </a:r>
          </a:p>
          <a:p>
            <a:endParaRPr lang="en-US" dirty="0"/>
          </a:p>
          <a:p>
            <a:endParaRPr lang="en-US" b="1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76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218D9-6780-E047-8770-9CD2A7039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83369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Migration rates can be informed using outside data in a GLM approach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848B9F-1BE9-F945-8C96-36EE43B87D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77620" y="1908932"/>
            <a:ext cx="8036759" cy="4422595"/>
          </a:xfrm>
        </p:spPr>
      </p:pic>
    </p:spTree>
    <p:extLst>
      <p:ext uri="{BB962C8B-B14F-4D97-AF65-F5344CB8AC3E}">
        <p14:creationId xmlns:p14="http://schemas.microsoft.com/office/powerpoint/2010/main" val="3076998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0D232-9803-384B-A638-531D933B0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Migration rates in the DTA model can be informed by transportation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AF773-5B84-D045-B7A4-25B878A80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58E3A1B-D2F7-7448-A95D-7AEDDE4DF7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966" y="1690688"/>
            <a:ext cx="5047698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BD0EC7-4DA9-2848-A2AE-B1426168ACDE}"/>
              </a:ext>
            </a:extLst>
          </p:cNvPr>
          <p:cNvSpPr txBox="1"/>
          <p:nvPr/>
        </p:nvSpPr>
        <p:spPr>
          <a:xfrm>
            <a:off x="9036424" y="6488668"/>
            <a:ext cx="31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Lemey</a:t>
            </a:r>
            <a:r>
              <a:rPr lang="en-US" dirty="0"/>
              <a:t> et al., 2014, </a:t>
            </a:r>
            <a:r>
              <a:rPr lang="en-US" i="1" dirty="0" err="1"/>
              <a:t>PLoS</a:t>
            </a:r>
            <a:r>
              <a:rPr lang="en-US" i="1" dirty="0"/>
              <a:t> Path.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4D0FD03-5DBE-1640-852E-27FF3F0A15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841"/>
          <a:stretch/>
        </p:blipFill>
        <p:spPr bwMode="auto">
          <a:xfrm>
            <a:off x="5708785" y="1531144"/>
            <a:ext cx="3327639" cy="5029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570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0F56-56C7-BE96-ACE4-1E146BDB1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330D254-4EC0-4B17-FC8D-6CB024ECC8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65125"/>
            <a:ext cx="5466080" cy="4351338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40C368E-C0EF-FC95-0CD2-E36216DA7A2E}"/>
              </a:ext>
            </a:extLst>
          </p:cNvPr>
          <p:cNvSpPr txBox="1"/>
          <p:nvPr/>
        </p:nvSpPr>
        <p:spPr>
          <a:xfrm>
            <a:off x="9036424" y="6488668"/>
            <a:ext cx="31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Lemey</a:t>
            </a:r>
            <a:r>
              <a:rPr lang="en-US" dirty="0"/>
              <a:t> et al., 2020, </a:t>
            </a:r>
            <a:r>
              <a:rPr lang="en-US" i="1" dirty="0"/>
              <a:t>Nat. Comm.</a:t>
            </a:r>
          </a:p>
        </p:txBody>
      </p:sp>
      <p:pic>
        <p:nvPicPr>
          <p:cNvPr id="12" name="Picture 11" descr="A diagram of a graph&#10;&#10;AI-generated content may be incorrect.">
            <a:extLst>
              <a:ext uri="{FF2B5EF4-FFF2-40B4-BE49-F238E27FC236}">
                <a16:creationId xmlns:a16="http://schemas.microsoft.com/office/drawing/2014/main" id="{488AADB0-6430-CF06-C879-7BDAAE160F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118" y="1722671"/>
            <a:ext cx="5589845" cy="4765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116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9F8CF2-B5BC-5613-1D5F-FF691DE67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2029936"/>
            <a:ext cx="7315200" cy="4089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6579EA-EF9F-A34B-845E-16E6CDF35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We track the ancestry of 4 viruses isolated from 4 people in 3 locations from present to past</a:t>
            </a:r>
          </a:p>
        </p:txBody>
      </p:sp>
    </p:spTree>
    <p:extLst>
      <p:ext uri="{BB962C8B-B14F-4D97-AF65-F5344CB8AC3E}">
        <p14:creationId xmlns:p14="http://schemas.microsoft.com/office/powerpoint/2010/main" val="38794217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579EA-EF9F-A34B-845E-16E6CDF35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Lineages can have originated from a different location at a rate given by the migration rate.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2FB0F12-56FB-C096-4CF6-95B717DA6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2029936"/>
            <a:ext cx="7315200" cy="408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381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0FFEC2E7-7BEB-D0D8-D108-292A15A86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2029936"/>
            <a:ext cx="7315200" cy="4089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6579EA-EF9F-A34B-845E-16E6CDF35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Two lineages can share a common ancestor at a rate inverse proportional to the Ne of location blue</a:t>
            </a:r>
          </a:p>
        </p:txBody>
      </p:sp>
    </p:spTree>
    <p:extLst>
      <p:ext uri="{BB962C8B-B14F-4D97-AF65-F5344CB8AC3E}">
        <p14:creationId xmlns:p14="http://schemas.microsoft.com/office/powerpoint/2010/main" val="2741033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EB7E1268-D547-44BA-FCBD-D914ECC11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2029936"/>
            <a:ext cx="7315200" cy="4089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6579EA-EF9F-A34B-845E-16E6CDF35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Two lineages can share a common ancestor at a </a:t>
            </a:r>
            <a:r>
              <a:rPr lang="en-US" sz="3600" dirty="0"/>
              <a:t>rate inverse proportional to the Ne of location yellow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3273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4093E8F6-AA63-D8E5-7FA1-86E4B01EB6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2029936"/>
            <a:ext cx="7315200" cy="4089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6579EA-EF9F-A34B-845E-16E6CDF35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Lineages can have originated from a different location at a rate given by the migration rate.</a:t>
            </a:r>
          </a:p>
        </p:txBody>
      </p:sp>
    </p:spTree>
    <p:extLst>
      <p:ext uri="{BB962C8B-B14F-4D97-AF65-F5344CB8AC3E}">
        <p14:creationId xmlns:p14="http://schemas.microsoft.com/office/powerpoint/2010/main" val="149431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6AD25C8D-43DD-2BAD-F384-3B8FBF66D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2029936"/>
            <a:ext cx="7315200" cy="4089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6579EA-EF9F-A34B-845E-16E6CDF35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And then coalesce again in location blue, reaching the root of the tree</a:t>
            </a:r>
          </a:p>
        </p:txBody>
      </p:sp>
    </p:spTree>
    <p:extLst>
      <p:ext uri="{BB962C8B-B14F-4D97-AF65-F5344CB8AC3E}">
        <p14:creationId xmlns:p14="http://schemas.microsoft.com/office/powerpoint/2010/main" val="2842946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BB354B4F-6AC2-8781-356D-985A41BCA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2029936"/>
            <a:ext cx="7315200" cy="4089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6579EA-EF9F-A34B-845E-16E6CDF35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The structured coalescent models how lineages coalesce within and migrate between locations</a:t>
            </a:r>
          </a:p>
        </p:txBody>
      </p:sp>
    </p:spTree>
    <p:extLst>
      <p:ext uri="{BB962C8B-B14F-4D97-AF65-F5344CB8AC3E}">
        <p14:creationId xmlns:p14="http://schemas.microsoft.com/office/powerpoint/2010/main" val="32800593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2E59160-8F9F-124D-7F4C-0D09657341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2029936"/>
            <a:ext cx="7315200" cy="4089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6579EA-EF9F-A34B-845E-16E6CDF35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This allows us to estimate how migration rates between locations differ</a:t>
            </a:r>
          </a:p>
        </p:txBody>
      </p:sp>
    </p:spTree>
    <p:extLst>
      <p:ext uri="{BB962C8B-B14F-4D97-AF65-F5344CB8AC3E}">
        <p14:creationId xmlns:p14="http://schemas.microsoft.com/office/powerpoint/2010/main" val="15212809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4F4273-24A3-EC20-8D2A-562F80B19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2029936"/>
            <a:ext cx="7315200" cy="4089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6579EA-EF9F-A34B-845E-16E6CDF35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Or how the number of infected individuals differs between location</a:t>
            </a:r>
          </a:p>
        </p:txBody>
      </p:sp>
    </p:spTree>
    <p:extLst>
      <p:ext uri="{BB962C8B-B14F-4D97-AF65-F5344CB8AC3E}">
        <p14:creationId xmlns:p14="http://schemas.microsoft.com/office/powerpoint/2010/main" val="8335660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1156C-D0FE-0A41-8AA1-3C7835211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MERS sequences cluster by host of isolation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7E97FC-AF98-154C-9D50-B35597771BD3}"/>
              </a:ext>
            </a:extLst>
          </p:cNvPr>
          <p:cNvSpPr txBox="1"/>
          <p:nvPr/>
        </p:nvSpPr>
        <p:spPr>
          <a:xfrm>
            <a:off x="9036424" y="6488668"/>
            <a:ext cx="31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Dudas</a:t>
            </a:r>
            <a:r>
              <a:rPr lang="en-US" dirty="0"/>
              <a:t> et al., 2018, </a:t>
            </a:r>
            <a:r>
              <a:rPr lang="en-US" i="1" dirty="0" err="1"/>
              <a:t>eLife</a:t>
            </a:r>
            <a:endParaRPr lang="en-US" i="1" dirty="0"/>
          </a:p>
        </p:txBody>
      </p:sp>
      <p:pic>
        <p:nvPicPr>
          <p:cNvPr id="8" name="Content Placeholder 7" descr="A close up of a map&#10;&#10;Description automatically generated">
            <a:extLst>
              <a:ext uri="{FF2B5EF4-FFF2-40B4-BE49-F238E27FC236}">
                <a16:creationId xmlns:a16="http://schemas.microsoft.com/office/drawing/2014/main" id="{2CE7C41B-8045-7044-B457-7E91CC8220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4944" y="1353556"/>
            <a:ext cx="5102111" cy="5135112"/>
          </a:xfrm>
        </p:spPr>
      </p:pic>
    </p:spTree>
    <p:extLst>
      <p:ext uri="{BB962C8B-B14F-4D97-AF65-F5344CB8AC3E}">
        <p14:creationId xmlns:p14="http://schemas.microsoft.com/office/powerpoint/2010/main" val="6070378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1156C-D0FE-0A41-8AA1-3C7835211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Seasonal trends in camel to human transmissions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7E97FC-AF98-154C-9D50-B35597771BD3}"/>
              </a:ext>
            </a:extLst>
          </p:cNvPr>
          <p:cNvSpPr txBox="1"/>
          <p:nvPr/>
        </p:nvSpPr>
        <p:spPr>
          <a:xfrm>
            <a:off x="9036424" y="6488668"/>
            <a:ext cx="31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Dudas</a:t>
            </a:r>
            <a:r>
              <a:rPr lang="en-US" dirty="0"/>
              <a:t> et al., 2018, </a:t>
            </a:r>
            <a:r>
              <a:rPr lang="en-US" i="1" dirty="0" err="1"/>
              <a:t>eLife</a:t>
            </a:r>
            <a:endParaRPr lang="en-US" i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CB3E37A-6510-BD06-265C-DFBFB3118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592" y="1406822"/>
            <a:ext cx="6834816" cy="4925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93714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579EA-EF9F-A34B-845E-16E6CDF35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MASCOT approximates the structured coalescent to dramatically improve efficiency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2B3ECB-8A30-184F-9D94-CCF66115AFC0}"/>
              </a:ext>
            </a:extLst>
          </p:cNvPr>
          <p:cNvSpPr txBox="1"/>
          <p:nvPr/>
        </p:nvSpPr>
        <p:spPr>
          <a:xfrm>
            <a:off x="9036424" y="6488668"/>
            <a:ext cx="31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Müller et al., 2018, </a:t>
            </a:r>
            <a:r>
              <a:rPr lang="en-US" i="1" dirty="0" err="1"/>
              <a:t>Bioinf</a:t>
            </a:r>
            <a:r>
              <a:rPr lang="en-US" i="1" dirty="0"/>
              <a:t>.</a:t>
            </a:r>
          </a:p>
        </p:txBody>
      </p:sp>
      <p:pic>
        <p:nvPicPr>
          <p:cNvPr id="9" name="New picture">
            <a:extLst>
              <a:ext uri="{FF2B5EF4-FFF2-40B4-BE49-F238E27FC236}">
                <a16:creationId xmlns:a16="http://schemas.microsoft.com/office/drawing/2014/main" id="{B4FDF722-93A8-7C4D-A6CC-4927A116F23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306854" y="1825625"/>
            <a:ext cx="5578292" cy="445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093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218D9-6780-E047-8770-9CD2A7039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83369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Migration rates and effective population sizes can be informed using outside data in a GLM approach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848B9F-1BE9-F945-8C96-36EE43B87D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77620" y="1908932"/>
            <a:ext cx="8036759" cy="4422595"/>
          </a:xfrm>
        </p:spPr>
      </p:pic>
    </p:spTree>
    <p:extLst>
      <p:ext uri="{BB962C8B-B14F-4D97-AF65-F5344CB8AC3E}">
        <p14:creationId xmlns:p14="http://schemas.microsoft.com/office/powerpoint/2010/main" val="3476899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6F94E-8CAA-B04C-8950-0F8492BF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DTA typically returns a parsimonious ancestral state reconstruction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9A98EC-B13F-9127-CDA9-1BC82A73FEAF}"/>
              </a:ext>
            </a:extLst>
          </p:cNvPr>
          <p:cNvSpPr txBox="1"/>
          <p:nvPr/>
        </p:nvSpPr>
        <p:spPr>
          <a:xfrm>
            <a:off x="8588415" y="6292820"/>
            <a:ext cx="36035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Layan </a:t>
            </a:r>
            <a:r>
              <a:rPr lang="en-US" sz="2000" i="1" dirty="0"/>
              <a:t>et al. </a:t>
            </a:r>
            <a:r>
              <a:rPr lang="en-US" sz="2000" dirty="0"/>
              <a:t>Virus Evolution, 2023</a:t>
            </a:r>
          </a:p>
        </p:txBody>
      </p:sp>
      <p:pic>
        <p:nvPicPr>
          <p:cNvPr id="3" name="New picture">
            <a:extLst>
              <a:ext uri="{FF2B5EF4-FFF2-40B4-BE49-F238E27FC236}">
                <a16:creationId xmlns:a16="http://schemas.microsoft.com/office/drawing/2014/main" id="{8223E84C-41B0-0B31-1B2A-0D374E218A22}"/>
              </a:ext>
            </a:extLst>
          </p:cNvPr>
          <p:cNvPicPr/>
          <p:nvPr/>
        </p:nvPicPr>
        <p:blipFill rotWithShape="1">
          <a:blip r:embed="rId2"/>
          <a:srcRect b="50427"/>
          <a:stretch/>
        </p:blipFill>
        <p:spPr>
          <a:xfrm>
            <a:off x="2527460" y="1452622"/>
            <a:ext cx="7635111" cy="4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321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6F94E-8CAA-B04C-8950-0F8492BF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population size dynamics can be modelled using MASCOT-Skyline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6157A0-9283-8390-3B37-A7C06E314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434" y="1829584"/>
            <a:ext cx="9473131" cy="37957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DEC596-840E-E54D-084C-E1622187E496}"/>
              </a:ext>
            </a:extLst>
          </p:cNvPr>
          <p:cNvSpPr txBox="1"/>
          <p:nvPr/>
        </p:nvSpPr>
        <p:spPr>
          <a:xfrm>
            <a:off x="8382001" y="6292820"/>
            <a:ext cx="381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Müller </a:t>
            </a:r>
            <a:r>
              <a:rPr lang="en-US" sz="2000" i="1" dirty="0"/>
              <a:t>et al. </a:t>
            </a:r>
            <a:r>
              <a:rPr lang="en-US" sz="2000" dirty="0" err="1"/>
              <a:t>PLoS</a:t>
            </a:r>
            <a:r>
              <a:rPr lang="en-US" sz="2000" dirty="0"/>
              <a:t> Comp Biol, 2025</a:t>
            </a:r>
          </a:p>
        </p:txBody>
      </p:sp>
    </p:spTree>
    <p:extLst>
      <p:ext uri="{BB962C8B-B14F-4D97-AF65-F5344CB8AC3E}">
        <p14:creationId xmlns:p14="http://schemas.microsoft.com/office/powerpoint/2010/main" val="3167440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6F94E-8CAA-B04C-8950-0F8492BF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Accounting for population dynamics in structured coalescent can impact ancestral state reconstruction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08FF93-27C0-A4AA-727B-BCE59F8ECE3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7905"/>
          <a:stretch/>
        </p:blipFill>
        <p:spPr>
          <a:xfrm>
            <a:off x="266701" y="1937976"/>
            <a:ext cx="11658598" cy="368074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72187E-EE27-62AD-60CA-9630E6155BE6}"/>
              </a:ext>
            </a:extLst>
          </p:cNvPr>
          <p:cNvSpPr txBox="1"/>
          <p:nvPr/>
        </p:nvSpPr>
        <p:spPr>
          <a:xfrm>
            <a:off x="8382001" y="6292820"/>
            <a:ext cx="381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Müller </a:t>
            </a:r>
            <a:r>
              <a:rPr lang="en-US" sz="2000" i="1" dirty="0"/>
              <a:t>et al. </a:t>
            </a:r>
            <a:r>
              <a:rPr lang="en-US" sz="2000" dirty="0" err="1"/>
              <a:t>PLoS</a:t>
            </a:r>
            <a:r>
              <a:rPr lang="en-US" sz="2000" dirty="0"/>
              <a:t> Comp Biol, 2025</a:t>
            </a:r>
          </a:p>
        </p:txBody>
      </p:sp>
    </p:spTree>
    <p:extLst>
      <p:ext uri="{BB962C8B-B14F-4D97-AF65-F5344CB8AC3E}">
        <p14:creationId xmlns:p14="http://schemas.microsoft.com/office/powerpoint/2010/main" val="15784571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B5E1C-5770-0545-7BEA-F103D1186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95897-E8ED-EFE7-2234-52D748C26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Structured phylodynamic methods can be biased by unaccounted for populations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560B81-7EBA-0C56-35E7-7AD396173BEB}"/>
              </a:ext>
            </a:extLst>
          </p:cNvPr>
          <p:cNvSpPr txBox="1"/>
          <p:nvPr/>
        </p:nvSpPr>
        <p:spPr>
          <a:xfrm>
            <a:off x="8382001" y="6292820"/>
            <a:ext cx="381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Müller </a:t>
            </a:r>
            <a:r>
              <a:rPr lang="en-US" sz="2000" i="1" dirty="0"/>
              <a:t>et al. </a:t>
            </a:r>
            <a:r>
              <a:rPr lang="en-US" sz="2000" dirty="0" err="1"/>
              <a:t>PLoS</a:t>
            </a:r>
            <a:r>
              <a:rPr lang="en-US" sz="2000" dirty="0"/>
              <a:t> Comp Biol, 2025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EE06A7-8F2F-F7C0-1DE4-DB5AB79BF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9628" y="1690688"/>
            <a:ext cx="9632744" cy="3775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5307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6F94E-8CAA-B04C-8950-0F8492BF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methods can interpret very similar observations differently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E3FB7B-B1C5-DB7E-6F6E-E1FC51EAA7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9658"/>
          <a:stretch/>
        </p:blipFill>
        <p:spPr>
          <a:xfrm>
            <a:off x="2827036" y="1359764"/>
            <a:ext cx="6118516" cy="49330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65ABF85-26C9-F06D-FC97-44857F3F4D64}"/>
              </a:ext>
            </a:extLst>
          </p:cNvPr>
          <p:cNvSpPr txBox="1"/>
          <p:nvPr/>
        </p:nvSpPr>
        <p:spPr>
          <a:xfrm>
            <a:off x="8382001" y="6292820"/>
            <a:ext cx="381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Müller </a:t>
            </a:r>
            <a:r>
              <a:rPr lang="en-US" sz="2000" i="1" dirty="0"/>
              <a:t>et al. </a:t>
            </a:r>
            <a:r>
              <a:rPr lang="en-US" sz="2000" dirty="0" err="1"/>
              <a:t>PLoS</a:t>
            </a:r>
            <a:r>
              <a:rPr lang="en-US" sz="2000" dirty="0"/>
              <a:t> Comp Biol, 2025</a:t>
            </a:r>
          </a:p>
        </p:txBody>
      </p:sp>
    </p:spTree>
    <p:extLst>
      <p:ext uri="{BB962C8B-B14F-4D97-AF65-F5344CB8AC3E}">
        <p14:creationId xmlns:p14="http://schemas.microsoft.com/office/powerpoint/2010/main" val="40606665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6F94E-8CAA-B04C-8950-0F8492BF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methods can interpret very similar observations (number of events) as different migration rates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E3FB7B-B1C5-DB7E-6F6E-E1FC51EAA7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0826" t="4666" b="71911"/>
          <a:stretch>
            <a:fillRect/>
          </a:stretch>
        </p:blipFill>
        <p:spPr>
          <a:xfrm>
            <a:off x="1867713" y="2226365"/>
            <a:ext cx="8456573" cy="38504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370EEF-D220-6C4A-4491-946178EABEF3}"/>
              </a:ext>
            </a:extLst>
          </p:cNvPr>
          <p:cNvSpPr txBox="1"/>
          <p:nvPr/>
        </p:nvSpPr>
        <p:spPr>
          <a:xfrm>
            <a:off x="8382001" y="6292820"/>
            <a:ext cx="381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Müller </a:t>
            </a:r>
            <a:r>
              <a:rPr lang="en-US" sz="2000" i="1" dirty="0"/>
              <a:t>et al. </a:t>
            </a:r>
            <a:r>
              <a:rPr lang="en-US" sz="2000" dirty="0" err="1"/>
              <a:t>PLoS</a:t>
            </a:r>
            <a:r>
              <a:rPr lang="en-US" sz="2000" dirty="0"/>
              <a:t> Comp Biol, 2025</a:t>
            </a:r>
          </a:p>
        </p:txBody>
      </p:sp>
    </p:spTree>
    <p:extLst>
      <p:ext uri="{BB962C8B-B14F-4D97-AF65-F5344CB8AC3E}">
        <p14:creationId xmlns:p14="http://schemas.microsoft.com/office/powerpoint/2010/main" val="25079198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09BA-0F77-F070-6E47-6EA083617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D62C0-E216-8597-DF8B-162D9C5F7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inference of dynamics from genomics, case counts and seroprevalence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97B3F0-DC4A-1AB5-F258-0AC4C5AB9FA3}"/>
              </a:ext>
            </a:extLst>
          </p:cNvPr>
          <p:cNvSpPr txBox="1"/>
          <p:nvPr/>
        </p:nvSpPr>
        <p:spPr>
          <a:xfrm>
            <a:off x="8382001" y="6292820"/>
            <a:ext cx="381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Weidemüller</a:t>
            </a:r>
            <a:r>
              <a:rPr lang="en-US" sz="2000" dirty="0"/>
              <a:t> </a:t>
            </a:r>
            <a:r>
              <a:rPr lang="en-US" sz="2000" i="1" dirty="0"/>
              <a:t>et al. in preparation</a:t>
            </a: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1BBDD1-119B-5F81-EF1D-3B66C4CC1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947" y="1670080"/>
            <a:ext cx="7144054" cy="502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882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960C6-AD17-CA1E-84DD-79FC913FB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7CC30-F8DC-3164-A636-B568DB278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4460" y="381454"/>
            <a:ext cx="3624944" cy="4402818"/>
          </a:xfrm>
        </p:spPr>
        <p:txBody>
          <a:bodyPr/>
          <a:lstStyle/>
          <a:p>
            <a:r>
              <a:rPr lang="en-US" dirty="0"/>
              <a:t>Joint inference of dynamics from genomics, case counts and seroprevalence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3FE56-13AE-2E38-1233-4C383AC4197D}"/>
              </a:ext>
            </a:extLst>
          </p:cNvPr>
          <p:cNvSpPr txBox="1"/>
          <p:nvPr/>
        </p:nvSpPr>
        <p:spPr>
          <a:xfrm>
            <a:off x="8382001" y="6292820"/>
            <a:ext cx="381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Weidemüller</a:t>
            </a:r>
            <a:r>
              <a:rPr lang="en-US" sz="2000" dirty="0"/>
              <a:t> </a:t>
            </a:r>
            <a:r>
              <a:rPr lang="en-US" sz="2000" i="1" dirty="0"/>
              <a:t>et al. in preparation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909C00-A044-26E3-88B3-07252D07D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" y="0"/>
            <a:ext cx="8396102" cy="669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0696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CAA0C-9C0F-1341-64DF-B70E17748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21B59-AB94-5B49-03F0-8BEB7DDD2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Genomics by itself is often worse at recovering population dynamics that case counts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5FBD14-3B15-19A7-5C63-D4210592FD8D}"/>
              </a:ext>
            </a:extLst>
          </p:cNvPr>
          <p:cNvSpPr txBox="1"/>
          <p:nvPr/>
        </p:nvSpPr>
        <p:spPr>
          <a:xfrm>
            <a:off x="8382001" y="6292820"/>
            <a:ext cx="381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Weidemüller</a:t>
            </a:r>
            <a:r>
              <a:rPr lang="en-US" sz="2000" dirty="0"/>
              <a:t> </a:t>
            </a:r>
            <a:r>
              <a:rPr lang="en-US" sz="2000" i="1" dirty="0"/>
              <a:t>et al. in preparation</a:t>
            </a: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5DF7F2-3F13-0BDD-3AC0-6C0B42AE94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6768"/>
          <a:stretch>
            <a:fillRect/>
          </a:stretch>
        </p:blipFill>
        <p:spPr>
          <a:xfrm>
            <a:off x="1753868" y="2327706"/>
            <a:ext cx="3650557" cy="3552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C5139BC-A7A5-F3B7-5D36-5E5154A76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697" y="1803040"/>
            <a:ext cx="10174103" cy="5808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BB1230-8FAE-5D2A-D8F4-4D5A06666C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768"/>
          <a:stretch>
            <a:fillRect/>
          </a:stretch>
        </p:blipFill>
        <p:spPr>
          <a:xfrm>
            <a:off x="5978595" y="2327706"/>
            <a:ext cx="3650557" cy="35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5163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5BD7D-24EE-3E82-AE61-4D05D6261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8C3B8-94E6-4F7D-E882-F262B7CB5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MultiTypeTree</a:t>
            </a:r>
            <a:r>
              <a:rPr lang="en-US" dirty="0"/>
              <a:t>:  exact structured coalescent</a:t>
            </a:r>
          </a:p>
          <a:p>
            <a:endParaRPr lang="en-US" dirty="0"/>
          </a:p>
          <a:p>
            <a:r>
              <a:rPr lang="en-US" dirty="0"/>
              <a:t>Mascot: somewhat approximate</a:t>
            </a:r>
          </a:p>
          <a:p>
            <a:endParaRPr lang="en-US" dirty="0"/>
          </a:p>
          <a:p>
            <a:r>
              <a:rPr lang="en-US" dirty="0"/>
              <a:t>BASTA: rather approximate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75BBCA-FC44-E8FE-4CB8-AF0FE5FDC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828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89A42-F9E8-A64B-A916-CA859AC93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Multitype birth death processes model forward in time birth death sampling and migration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FC9349-BBF4-456F-F046-8A15C76D6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Examples of 2-type applications of the multi-type birth-death model (a) In a classic phylogeographic setting, transmission can only occur within compartments I 1 and I 2 , which are connected by type-change events at rates m 1,2 and m 2,1. The 3-type version of this setup was used in the analysis of the Human Influenza H3N2 virus data set. (b) Alternatively, transmission events between subpopulations are possible instead of type-changes. This was employed for the analysis of the Latvian HIV data set. (c) A combination of (a) and (b) is also possible in which type changes and infections among types are possible. This has been utilized in a previous study on Ebola virus, in which the time during which individuals are infected but not yet infectious (&quot;exposed&quot;), can be very long. Here, transmission events occur at rate λ IE and originate in the infectious compartment (I), leading to a new exposed individual (E). Type-changes are only allowed from E to I, reflecting the progression of exposed individuals to the infectious phase at rate m EI .">
            <a:extLst>
              <a:ext uri="{FF2B5EF4-FFF2-40B4-BE49-F238E27FC236}">
                <a16:creationId xmlns:a16="http://schemas.microsoft.com/office/drawing/2014/main" id="{93A6D511-8ADF-DF6E-2005-CF87CE202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197" y="2614267"/>
            <a:ext cx="10319605" cy="23552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69C714A-D70F-0EF9-28E6-EAB335894615}"/>
              </a:ext>
            </a:extLst>
          </p:cNvPr>
          <p:cNvSpPr txBox="1"/>
          <p:nvPr/>
        </p:nvSpPr>
        <p:spPr>
          <a:xfrm>
            <a:off x="8790711" y="6153409"/>
            <a:ext cx="32627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Kühnert </a:t>
            </a:r>
            <a:r>
              <a:rPr lang="en-US" sz="2000" i="1" dirty="0"/>
              <a:t>et al.</a:t>
            </a:r>
            <a:r>
              <a:rPr lang="en-US" sz="2000" dirty="0"/>
              <a:t>, 2016, MBE</a:t>
            </a:r>
          </a:p>
        </p:txBody>
      </p:sp>
    </p:spTree>
    <p:extLst>
      <p:ext uri="{BB962C8B-B14F-4D97-AF65-F5344CB8AC3E}">
        <p14:creationId xmlns:p14="http://schemas.microsoft.com/office/powerpoint/2010/main" val="39281181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C86AB-659D-E3FC-155C-CDDD2C39C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8E608-E41B-B2DC-8150-5E71A82A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different implementations: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DB350-EC06-F82F-4167-67B7FA6C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BDMM: original implementation in BEAST2	</a:t>
            </a:r>
          </a:p>
          <a:p>
            <a:endParaRPr lang="en-US" dirty="0"/>
          </a:p>
          <a:p>
            <a:r>
              <a:rPr lang="en-US" dirty="0"/>
              <a:t>BDMM-Prime: reformulates the model setup, includes additional abilities, such as simulation trajectories </a:t>
            </a:r>
          </a:p>
          <a:p>
            <a:endParaRPr lang="en-US" dirty="0"/>
          </a:p>
          <a:p>
            <a:r>
              <a:rPr lang="en-US" dirty="0"/>
              <a:t>BDMM-Flow: speeds up computations of BDMM-prime, leading to much improved scaling</a:t>
            </a:r>
          </a:p>
        </p:txBody>
      </p:sp>
    </p:spTree>
    <p:extLst>
      <p:ext uri="{BB962C8B-B14F-4D97-AF65-F5344CB8AC3E}">
        <p14:creationId xmlns:p14="http://schemas.microsoft.com/office/powerpoint/2010/main" val="2473432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92E91-0BE5-C522-DFDE-99186BBF3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8E3B-3924-B3E7-D317-0378151EE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BDMM-prime enables reconstructing ancestral locations under the multi-type birth death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F784FB-F48E-E6DE-FF8A-1546E82DDA20}"/>
              </a:ext>
            </a:extLst>
          </p:cNvPr>
          <p:cNvSpPr txBox="1"/>
          <p:nvPr/>
        </p:nvSpPr>
        <p:spPr>
          <a:xfrm>
            <a:off x="8790711" y="6153409"/>
            <a:ext cx="32627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Vaughan and Stadler, 2025, MBE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3D322B-A11D-798A-7FD8-8131230AB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313" y="2234455"/>
            <a:ext cx="8833438" cy="2715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8990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36479-E3BF-0860-25CB-4E9A81007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595B5-32E0-F955-9FD3-3C1D02D9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And, can sample population size trajectories under the multi-type birth death model as well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D2703A-4DEE-28E3-5C24-75A1C4FC20D4}"/>
              </a:ext>
            </a:extLst>
          </p:cNvPr>
          <p:cNvSpPr txBox="1"/>
          <p:nvPr/>
        </p:nvSpPr>
        <p:spPr>
          <a:xfrm>
            <a:off x="8790711" y="6153409"/>
            <a:ext cx="32627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Vaughan and Stadler, 2025, MBE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C85775-D9E6-0E60-81ED-C32940C78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289313"/>
            <a:ext cx="10340197" cy="2978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4679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496BE-0C44-AF84-3571-19182471D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FFF2-70A5-EC11-49E5-753D6BFEE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BDMM-Flow improves scalability of </a:t>
            </a:r>
            <a:r>
              <a:rPr lang="en-US" dirty="0" err="1"/>
              <a:t>bdmm</a:t>
            </a:r>
            <a:r>
              <a:rPr lang="en-US" dirty="0"/>
              <a:t>-prime, while being largely equivalent in accuracy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5BD846-DD70-A2DA-C616-B61CFF9924F4}"/>
              </a:ext>
            </a:extLst>
          </p:cNvPr>
          <p:cNvSpPr txBox="1"/>
          <p:nvPr/>
        </p:nvSpPr>
        <p:spPr>
          <a:xfrm>
            <a:off x="8790711" y="6153409"/>
            <a:ext cx="32627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https://</a:t>
            </a:r>
            <a:r>
              <a:rPr lang="en-US" sz="2000" dirty="0" err="1"/>
              <a:t>github.com</a:t>
            </a:r>
            <a:r>
              <a:rPr lang="en-US" sz="2000" dirty="0"/>
              <a:t>/</a:t>
            </a:r>
            <a:r>
              <a:rPr lang="en-US" sz="2000" dirty="0" err="1"/>
              <a:t>tochsner</a:t>
            </a:r>
            <a:r>
              <a:rPr lang="en-US" sz="2000" dirty="0"/>
              <a:t>/BDMM-Flow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B78564-F06E-C9FD-63C4-955853EE7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34" y="1679575"/>
            <a:ext cx="5156200" cy="481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8149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6F94E-8CAA-B04C-8950-0F8492BF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/ Cons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6DA1A-8213-0647-983C-09F592E8C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Pro: parameter estimates map to biologically meaningful quantities (R</a:t>
            </a:r>
            <a:r>
              <a:rPr lang="en-US" baseline="-25000" dirty="0"/>
              <a:t>0</a:t>
            </a:r>
            <a:r>
              <a:rPr lang="en-US" dirty="0"/>
              <a:t>, length of infectious period,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Con: computational cost (BDMM) or approximations (MSBD)</a:t>
            </a:r>
          </a:p>
          <a:p>
            <a:endParaRPr lang="en-US" dirty="0"/>
          </a:p>
          <a:p>
            <a:r>
              <a:rPr lang="en-US" dirty="0"/>
              <a:t>Con: sensitive to unmodelled sampling discrepancies</a:t>
            </a:r>
          </a:p>
        </p:txBody>
      </p:sp>
    </p:spTree>
    <p:extLst>
      <p:ext uri="{BB962C8B-B14F-4D97-AF65-F5344CB8AC3E}">
        <p14:creationId xmlns:p14="http://schemas.microsoft.com/office/powerpoint/2010/main" val="1877826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7B360-8621-884F-B2CA-F0323C210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600" dirty="0">
                <a:latin typeface="Helvetica" pitchFamily="2" charset="0"/>
              </a:rPr>
              <a:t>Phylogenetic tree of SARS-CoV-2 sequences isolated in Washington State reveal multiple introductions.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2D9AE9-6F53-6C43-857E-C789B5905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526FD-742D-DA43-B9D4-8A35AE5387EE}" type="slidenum">
              <a:rPr lang="en-US" smtClean="0"/>
              <a:t>44</a:t>
            </a:fld>
            <a:endParaRPr lang="en-US" dirty="0"/>
          </a:p>
        </p:txBody>
      </p:sp>
      <p:pic>
        <p:nvPicPr>
          <p:cNvPr id="26" name="ezgif.com-gif-maker" descr="ezgif.com-gif-maker">
            <a:hlinkClick r:id="" action="ppaction://media"/>
            <a:extLst>
              <a:ext uri="{FF2B5EF4-FFF2-40B4-BE49-F238E27FC236}">
                <a16:creationId xmlns:a16="http://schemas.microsoft.com/office/drawing/2014/main" id="{77FAFFB5-8626-7644-A3D8-3564C1EDBBBD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55369" y="1735139"/>
            <a:ext cx="11881262" cy="4143375"/>
          </a:xfr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0834319-F45C-E745-B455-D65356CDC5B1}"/>
              </a:ext>
            </a:extLst>
          </p:cNvPr>
          <p:cNvSpPr txBox="1"/>
          <p:nvPr/>
        </p:nvSpPr>
        <p:spPr>
          <a:xfrm>
            <a:off x="2584450" y="6125647"/>
            <a:ext cx="7023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https://</a:t>
            </a:r>
            <a:r>
              <a:rPr lang="en-US" i="1" dirty="0" err="1"/>
              <a:t>nextstrain.org</a:t>
            </a:r>
            <a:r>
              <a:rPr lang="en-US" i="1" dirty="0"/>
              <a:t>/groups/blab/</a:t>
            </a:r>
            <a:r>
              <a:rPr lang="en-US" i="1" dirty="0" err="1"/>
              <a:t>ncov</a:t>
            </a:r>
            <a:r>
              <a:rPr lang="en-US" i="1" dirty="0"/>
              <a:t>/</a:t>
            </a:r>
            <a:r>
              <a:rPr lang="en-US" i="1" dirty="0" err="1"/>
              <a:t>wa-phylodynamics?c</a:t>
            </a:r>
            <a:r>
              <a:rPr lang="en-US" i="1" dirty="0"/>
              <a:t>=county</a:t>
            </a:r>
          </a:p>
        </p:txBody>
      </p:sp>
    </p:spTree>
    <p:extLst>
      <p:ext uri="{BB962C8B-B14F-4D97-AF65-F5344CB8AC3E}">
        <p14:creationId xmlns:p14="http://schemas.microsoft.com/office/powerpoint/2010/main" val="1055595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850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7B360-8621-884F-B2CA-F0323C210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9200" y="365125"/>
            <a:ext cx="5054600" cy="2886075"/>
          </a:xfrm>
        </p:spPr>
        <p:txBody>
          <a:bodyPr>
            <a:normAutofit/>
          </a:bodyPr>
          <a:lstStyle/>
          <a:p>
            <a:pPr algn="ctr"/>
            <a:r>
              <a:rPr lang="en-US" sz="2600" dirty="0">
                <a:latin typeface="Helvetica" pitchFamily="2" charset="0"/>
              </a:rPr>
              <a:t>The two spike variants 614D and 614G were shown to differ in viral load and presumably transmission rate.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2D9AE9-6F53-6C43-857E-C789B5905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526FD-742D-DA43-B9D4-8A35AE5387EE}" type="slidenum">
              <a:rPr lang="en-US" smtClean="0"/>
              <a:t>45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557384-9C01-064A-96BC-64C407425210}"/>
              </a:ext>
            </a:extLst>
          </p:cNvPr>
          <p:cNvSpPr txBox="1"/>
          <p:nvPr/>
        </p:nvSpPr>
        <p:spPr>
          <a:xfrm>
            <a:off x="9448800" y="5812905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Korber</a:t>
            </a:r>
            <a:r>
              <a:rPr lang="en-US" dirty="0"/>
              <a:t> et al. (2020), </a:t>
            </a:r>
            <a:r>
              <a:rPr lang="en-US" i="1" dirty="0"/>
              <a:t>Cell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07353E7-3ACE-B94A-9CA5-3955D29C2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487363"/>
            <a:ext cx="5689600" cy="568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3542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2067C-2570-5044-9FA4-874E3777D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Migration histories can be conditioned on instead of estimated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500DD-D71B-284E-BC2D-2AD9E344C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526FD-742D-DA43-B9D4-8A35AE5387EE}" type="slidenum">
              <a:rPr lang="en-US" smtClean="0"/>
              <a:t>46</a:t>
            </a:fld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0368B0-2CAA-0745-8AE0-CF12183B1237}"/>
              </a:ext>
            </a:extLst>
          </p:cNvPr>
          <p:cNvSpPr txBox="1"/>
          <p:nvPr/>
        </p:nvSpPr>
        <p:spPr>
          <a:xfrm>
            <a:off x="7387703" y="6183438"/>
            <a:ext cx="35723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Müller, Wagner, </a:t>
            </a:r>
            <a:r>
              <a:rPr lang="en-US" dirty="0" err="1"/>
              <a:t>Frazar</a:t>
            </a:r>
            <a:r>
              <a:rPr lang="en-US" dirty="0"/>
              <a:t> and </a:t>
            </a:r>
            <a:r>
              <a:rPr lang="en-US" dirty="0" err="1"/>
              <a:t>Roychoudhury</a:t>
            </a:r>
            <a:r>
              <a:rPr lang="en-US" dirty="0"/>
              <a:t> et al. (2021), </a:t>
            </a:r>
            <a:r>
              <a:rPr lang="en-US" i="1" dirty="0" err="1"/>
              <a:t>BioRxiv</a:t>
            </a:r>
            <a:endParaRPr lang="en-US" i="1" dirty="0"/>
          </a:p>
        </p:txBody>
      </p:sp>
      <p:pic>
        <p:nvPicPr>
          <p:cNvPr id="8" name="Picture 7" descr="Chart&#10;&#10;Description automatically generated with medium confidence">
            <a:extLst>
              <a:ext uri="{FF2B5EF4-FFF2-40B4-BE49-F238E27FC236}">
                <a16:creationId xmlns:a16="http://schemas.microsoft.com/office/drawing/2014/main" id="{8638B64C-FD36-03E7-396C-8E772B4AE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6667" y="1513922"/>
            <a:ext cx="7224649" cy="456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5291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2067C-2570-5044-9FA4-874E3777D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Reconstructing the effective population size of the spike variants reveals different temporal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500DD-D71B-284E-BC2D-2AD9E344C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526FD-742D-DA43-B9D4-8A35AE5387EE}" type="slidenum">
              <a:rPr lang="en-US" smtClean="0"/>
              <a:t>47</a:t>
            </a:fld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0368B0-2CAA-0745-8AE0-CF12183B1237}"/>
              </a:ext>
            </a:extLst>
          </p:cNvPr>
          <p:cNvSpPr txBox="1"/>
          <p:nvPr/>
        </p:nvSpPr>
        <p:spPr>
          <a:xfrm>
            <a:off x="6400801" y="6183438"/>
            <a:ext cx="4559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Müller, Wagner, </a:t>
            </a:r>
            <a:r>
              <a:rPr lang="en-US" dirty="0" err="1"/>
              <a:t>Frazar</a:t>
            </a:r>
            <a:r>
              <a:rPr lang="en-US" dirty="0"/>
              <a:t> and </a:t>
            </a:r>
            <a:r>
              <a:rPr lang="en-US" dirty="0" err="1"/>
              <a:t>Roychoudhury</a:t>
            </a:r>
            <a:r>
              <a:rPr lang="en-US" dirty="0"/>
              <a:t> et al. (2021), </a:t>
            </a:r>
            <a:r>
              <a:rPr lang="en-US" i="1" dirty="0"/>
              <a:t>Sci. Trans. Med.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4B21735-6D31-924C-98F9-68E236A439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31900" y="2000125"/>
            <a:ext cx="10485946" cy="4369144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F7900CA-FA40-B344-B108-8ECE8698F9F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5506" t="74029" r="35243"/>
          <a:stretch/>
        </p:blipFill>
        <p:spPr>
          <a:xfrm>
            <a:off x="7925232" y="2209800"/>
            <a:ext cx="3034868" cy="76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218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2067C-2570-5044-9FA4-874E3777D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Changes in the reproduction rate of different spike variants reflect different mobility trends in the state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500DD-D71B-284E-BC2D-2AD9E344C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526FD-742D-DA43-B9D4-8A35AE5387EE}" type="slidenum">
              <a:rPr lang="en-US" smtClean="0"/>
              <a:t>48</a:t>
            </a:fld>
            <a:endParaRPr lang="en-US" dirty="0"/>
          </a:p>
        </p:txBody>
      </p:sp>
      <p:pic>
        <p:nvPicPr>
          <p:cNvPr id="30" name="Content Placeholder 29">
            <a:extLst>
              <a:ext uri="{FF2B5EF4-FFF2-40B4-BE49-F238E27FC236}">
                <a16:creationId xmlns:a16="http://schemas.microsoft.com/office/drawing/2014/main" id="{5D7FCAED-EF31-8D4F-A29E-C4222D2C91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32658" y="1979488"/>
            <a:ext cx="9927409" cy="4136420"/>
          </a:xfr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F73FB94-7211-6247-8A45-6432961B651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4144"/>
          <a:stretch/>
        </p:blipFill>
        <p:spPr>
          <a:xfrm>
            <a:off x="2171700" y="2159000"/>
            <a:ext cx="7315200" cy="9032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7D3C12-0284-155C-A413-97445542A217}"/>
              </a:ext>
            </a:extLst>
          </p:cNvPr>
          <p:cNvSpPr txBox="1"/>
          <p:nvPr/>
        </p:nvSpPr>
        <p:spPr>
          <a:xfrm>
            <a:off x="6400801" y="6183438"/>
            <a:ext cx="4559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Müller, Wagner, </a:t>
            </a:r>
            <a:r>
              <a:rPr lang="en-US" dirty="0" err="1"/>
              <a:t>Frazar</a:t>
            </a:r>
            <a:r>
              <a:rPr lang="en-US" dirty="0"/>
              <a:t> and </a:t>
            </a:r>
            <a:r>
              <a:rPr lang="en-US" dirty="0" err="1"/>
              <a:t>Roychoudhury</a:t>
            </a:r>
            <a:r>
              <a:rPr lang="en-US" dirty="0"/>
              <a:t> et al. (2021), </a:t>
            </a:r>
            <a:r>
              <a:rPr lang="en-US" i="1" dirty="0"/>
              <a:t>Sci. Trans. Med.</a:t>
            </a:r>
          </a:p>
        </p:txBody>
      </p:sp>
    </p:spTree>
    <p:extLst>
      <p:ext uri="{BB962C8B-B14F-4D97-AF65-F5344CB8AC3E}">
        <p14:creationId xmlns:p14="http://schemas.microsoft.com/office/powerpoint/2010/main" val="24752100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2067C-2570-5044-9FA4-874E3777D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Introductions played different roles in the spread of different SARS-CoV-2 spike variants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500DD-D71B-284E-BC2D-2AD9E344C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526FD-742D-DA43-B9D4-8A35AE5387EE}" type="slidenum">
              <a:rPr lang="en-US" smtClean="0"/>
              <a:t>49</a:t>
            </a:fld>
            <a:endParaRPr lang="en-US" dirty="0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720195A-020B-724D-8BEC-367827C7C7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25600" y="1689444"/>
            <a:ext cx="8356600" cy="477520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3010F72-5DE0-FC8B-9FE4-C8EF58AA4269}"/>
              </a:ext>
            </a:extLst>
          </p:cNvPr>
          <p:cNvSpPr txBox="1"/>
          <p:nvPr/>
        </p:nvSpPr>
        <p:spPr>
          <a:xfrm>
            <a:off x="6400801" y="6183438"/>
            <a:ext cx="4559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Müller, Wagner, </a:t>
            </a:r>
            <a:r>
              <a:rPr lang="en-US" dirty="0" err="1"/>
              <a:t>Frazar</a:t>
            </a:r>
            <a:r>
              <a:rPr lang="en-US" dirty="0"/>
              <a:t> and </a:t>
            </a:r>
            <a:r>
              <a:rPr lang="en-US" dirty="0" err="1"/>
              <a:t>Roychoudhury</a:t>
            </a:r>
            <a:r>
              <a:rPr lang="en-US" dirty="0"/>
              <a:t> et al. (2021), </a:t>
            </a:r>
            <a:r>
              <a:rPr lang="en-US" i="1" dirty="0"/>
              <a:t>Sci. Trans. Med.</a:t>
            </a:r>
          </a:p>
        </p:txBody>
      </p:sp>
    </p:spTree>
    <p:extLst>
      <p:ext uri="{BB962C8B-B14F-4D97-AF65-F5344CB8AC3E}">
        <p14:creationId xmlns:p14="http://schemas.microsoft.com/office/powerpoint/2010/main" val="13090656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054C5-BEB6-434B-BE6F-E816D1637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06083"/>
            <a:ext cx="10515600" cy="1045834"/>
          </a:xfrm>
        </p:spPr>
        <p:txBody>
          <a:bodyPr/>
          <a:lstStyle/>
          <a:p>
            <a:pPr algn="ctr"/>
            <a:r>
              <a:rPr lang="en-US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9386551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19B95-646B-8445-A34B-38D7D0295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reading material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0D751-4772-814B-9EA2-9B9C1C8F5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Paper on DTA: </a:t>
            </a:r>
            <a:r>
              <a:rPr lang="en-US" dirty="0">
                <a:hlinkClick r:id="rId2"/>
              </a:rPr>
              <a:t>https://doi.org/10.1371/journal.pcbi.1000520</a:t>
            </a:r>
            <a:endParaRPr lang="en-US" dirty="0"/>
          </a:p>
          <a:p>
            <a:r>
              <a:rPr lang="en-US" dirty="0"/>
              <a:t>How do different structured coalescent methods compare: </a:t>
            </a:r>
            <a:r>
              <a:rPr lang="en-US" dirty="0">
                <a:hlinkClick r:id="rId3"/>
              </a:rPr>
              <a:t>https://academic.oup.com/mbe/article-abstract/34/11/2970/3896419</a:t>
            </a:r>
            <a:endParaRPr lang="en-US" dirty="0"/>
          </a:p>
          <a:p>
            <a:r>
              <a:rPr lang="en-US" dirty="0"/>
              <a:t>Birth-death models with migration: </a:t>
            </a:r>
            <a:r>
              <a:rPr lang="en-US" u="sng" dirty="0">
                <a:hlinkClick r:id="rId4"/>
              </a:rPr>
              <a:t>https://doi.org/10.1093/molbev/msw064</a:t>
            </a:r>
            <a:endParaRPr lang="en-US" dirty="0"/>
          </a:p>
          <a:p>
            <a:r>
              <a:rPr lang="en-US" dirty="0"/>
              <a:t>GLM for DTA: </a:t>
            </a:r>
            <a:r>
              <a:rPr lang="en-US" dirty="0">
                <a:hlinkClick r:id="rId5"/>
              </a:rPr>
              <a:t>https://doi.org/10.1371/journal.ppat.1003932</a:t>
            </a:r>
            <a:endParaRPr lang="en-US" dirty="0"/>
          </a:p>
          <a:p>
            <a:r>
              <a:rPr lang="en-US" dirty="0"/>
              <a:t>GLM for MASCOT: </a:t>
            </a:r>
            <a:r>
              <a:rPr lang="en-US" u="sng" dirty="0">
                <a:hlinkClick r:id="rId6"/>
              </a:rPr>
              <a:t>https://doi.org/10.1093/ve/vez030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1403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12862</TotalTime>
  <Words>1526</Words>
  <Application>Microsoft Macintosh PowerPoint</Application>
  <PresentationFormat>Widescreen</PresentationFormat>
  <Paragraphs>151</Paragraphs>
  <Slides>51</Slides>
  <Notes>14</Notes>
  <HiddenSlides>6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5" baseType="lpstr">
      <vt:lpstr>Arial</vt:lpstr>
      <vt:lpstr>Calibri</vt:lpstr>
      <vt:lpstr>Helvetica</vt:lpstr>
      <vt:lpstr>Office Theme</vt:lpstr>
      <vt:lpstr>Modelling population structure</vt:lpstr>
      <vt:lpstr>Phylogenetic trees are formed by population processes and contain information about them</vt:lpstr>
      <vt:lpstr>H3N2 sequences show spatial clustering</vt:lpstr>
      <vt:lpstr>MERS sequences cluster by host of isolation</vt:lpstr>
      <vt:lpstr>In the posterior probability, modelling the population dynamics happens in the tree prior.</vt:lpstr>
      <vt:lpstr>Models to account for population structure:</vt:lpstr>
      <vt:lpstr>Tree was generated by a different process (e.g. a coalescent process). </vt:lpstr>
      <vt:lpstr>Root of the tree is in some location (here red)</vt:lpstr>
      <vt:lpstr>Then models the migration process on top of this tree from the root to the tips</vt:lpstr>
      <vt:lpstr>Sampling locations are considered Data.</vt:lpstr>
      <vt:lpstr>Discrete trait analyses treat geography the same way as substitutions are treated</vt:lpstr>
      <vt:lpstr>Migration rates can be informed using outside data in a GLM approach</vt:lpstr>
      <vt:lpstr>Migration rates in the DTA model can be informed by transportation Data</vt:lpstr>
      <vt:lpstr>PowerPoint Presentation</vt:lpstr>
      <vt:lpstr>We track the ancestry of 4 viruses isolated from 4 people in 3 locations from present to past</vt:lpstr>
      <vt:lpstr>Lineages can have originated from a different location at a rate given by the migration rate.</vt:lpstr>
      <vt:lpstr>Two lineages can share a common ancestor at a rate inverse proportional to the Ne of location blue</vt:lpstr>
      <vt:lpstr>Two lineages can share a common ancestor at a rate inverse proportional to the Ne of location yellow</vt:lpstr>
      <vt:lpstr>Lineages can have originated from a different location at a rate given by the migration rate.</vt:lpstr>
      <vt:lpstr>And then coalesce again in location blue, reaching the root of the tree</vt:lpstr>
      <vt:lpstr>The structured coalescent models how lineages coalesce within and migrate between locations</vt:lpstr>
      <vt:lpstr>This allows us to estimate how migration rates between locations differ</vt:lpstr>
      <vt:lpstr>Or how the number of infected individuals differs between location</vt:lpstr>
      <vt:lpstr>MERS sequences cluster by host of isolation</vt:lpstr>
      <vt:lpstr>Seasonal trends in camel to human transmissions</vt:lpstr>
      <vt:lpstr>MASCOT approximates the structured coalescent to dramatically improve efficiency</vt:lpstr>
      <vt:lpstr>Migration rates and effective population sizes can be informed using outside data in a GLM approach</vt:lpstr>
      <vt:lpstr>DTA typically returns a parsimonious ancestral state reconstruction</vt:lpstr>
      <vt:lpstr>Effective population size dynamics can be modelled using MASCOT-Skyline</vt:lpstr>
      <vt:lpstr>Accounting for population dynamics in structured coalescent can impact ancestral state reconstruction</vt:lpstr>
      <vt:lpstr>Structured phylodynamic methods can be biased by unaccounted for populations structure</vt:lpstr>
      <vt:lpstr>Different methods can interpret very similar observations differently</vt:lpstr>
      <vt:lpstr>Different methods can interpret very similar observations (number of events) as different migration rates </vt:lpstr>
      <vt:lpstr>Joint inference of dynamics from genomics, case counts and seroprevalence</vt:lpstr>
      <vt:lpstr>Joint inference of dynamics from genomics, case counts and seroprevalence</vt:lpstr>
      <vt:lpstr>Genomics by itself is often worse at recovering population dynamics that case counts</vt:lpstr>
      <vt:lpstr>PowerPoint Presentation</vt:lpstr>
      <vt:lpstr>Multitype birth death processes model forward in time birth death sampling and migration</vt:lpstr>
      <vt:lpstr>3 different implementations:</vt:lpstr>
      <vt:lpstr>BDMM-prime enables reconstructing ancestral locations under the multi-type birth death model</vt:lpstr>
      <vt:lpstr>And, can sample population size trajectories under the multi-type birth death model as well</vt:lpstr>
      <vt:lpstr>BDMM-Flow improves scalability of bdmm-prime, while being largely equivalent in accuracy</vt:lpstr>
      <vt:lpstr>Pros / Cons</vt:lpstr>
      <vt:lpstr>Phylogenetic tree of SARS-CoV-2 sequences isolated in Washington State reveal multiple introductions. </vt:lpstr>
      <vt:lpstr>The two spike variants 614D and 614G were shown to differ in viral load and presumably transmission rate.</vt:lpstr>
      <vt:lpstr>Migration histories can be conditioned on instead of estimated</vt:lpstr>
      <vt:lpstr>Reconstructing the effective population size of the spike variants reveals different temporal patterns</vt:lpstr>
      <vt:lpstr>Changes in the reproduction rate of different spike variants reflect different mobility trends in the state</vt:lpstr>
      <vt:lpstr>Introductions played different roles in the spread of different SARS-CoV-2 spike variants</vt:lpstr>
      <vt:lpstr>QUESTIONS?</vt:lpstr>
      <vt:lpstr>Some reading material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Tracking the evolution of pathogens, site and clock models</dc:title>
  <dc:creator>Mueller, Nicola F</dc:creator>
  <cp:lastModifiedBy>Mueller, Nicola</cp:lastModifiedBy>
  <cp:revision>58</cp:revision>
  <dcterms:created xsi:type="dcterms:W3CDTF">2020-07-05T17:44:26Z</dcterms:created>
  <dcterms:modified xsi:type="dcterms:W3CDTF">2026-07-16T18:39:14Z</dcterms:modified>
</cp:coreProperties>
</file>
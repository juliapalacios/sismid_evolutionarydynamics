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48" r:id="rId2"/>
    <p:sldId id="352" r:id="rId3"/>
    <p:sldId id="349" r:id="rId4"/>
    <p:sldId id="350" r:id="rId5"/>
    <p:sldId id="351" r:id="rId6"/>
    <p:sldId id="356" r:id="rId7"/>
    <p:sldId id="277" r:id="rId8"/>
    <p:sldId id="355" r:id="rId9"/>
    <p:sldId id="354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72" r:id="rId19"/>
    <p:sldId id="275" r:id="rId20"/>
    <p:sldId id="276" r:id="rId21"/>
    <p:sldId id="274" r:id="rId22"/>
    <p:sldId id="26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973547-B6A2-184A-B950-0D1B43AA73DC}" v="16" dt="2026-07-17T19:33:55.9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01"/>
    <p:restoredTop sz="94690"/>
  </p:normalViewPr>
  <p:slideViewPr>
    <p:cSldViewPr snapToGrid="0">
      <p:cViewPr varScale="1">
        <p:scale>
          <a:sx n="95" d="100"/>
          <a:sy n="95" d="100"/>
        </p:scale>
        <p:origin x="20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eller, Nicola" userId="f7df689c-9f9c-42cd-a88b-3745108b8271" providerId="ADAL" clId="{54B8CD3E-9E43-5F36-A434-52BFDD2F071A}"/>
    <pc:docChg chg="custSel addSld delSld modSld sldOrd">
      <pc:chgData name="Mueller, Nicola" userId="f7df689c-9f9c-42cd-a88b-3745108b8271" providerId="ADAL" clId="{54B8CD3E-9E43-5F36-A434-52BFDD2F071A}" dt="2026-07-17T19:34:13.820" v="1191"/>
      <pc:docMkLst>
        <pc:docMk/>
      </pc:docMkLst>
      <pc:sldChg chg="del">
        <pc:chgData name="Mueller, Nicola" userId="f7df689c-9f9c-42cd-a88b-3745108b8271" providerId="ADAL" clId="{54B8CD3E-9E43-5F36-A434-52BFDD2F071A}" dt="2026-07-17T01:57:24.855" v="0" actId="2696"/>
        <pc:sldMkLst>
          <pc:docMk/>
          <pc:sldMk cId="2505215435" sldId="257"/>
        </pc:sldMkLst>
      </pc:sldChg>
      <pc:sldChg chg="del">
        <pc:chgData name="Mueller, Nicola" userId="f7df689c-9f9c-42cd-a88b-3745108b8271" providerId="ADAL" clId="{54B8CD3E-9E43-5F36-A434-52BFDD2F071A}" dt="2026-07-17T01:57:30.745" v="3" actId="2696"/>
        <pc:sldMkLst>
          <pc:docMk/>
          <pc:sldMk cId="1154482520" sldId="258"/>
        </pc:sldMkLst>
      </pc:sldChg>
      <pc:sldChg chg="del">
        <pc:chgData name="Mueller, Nicola" userId="f7df689c-9f9c-42cd-a88b-3745108b8271" providerId="ADAL" clId="{54B8CD3E-9E43-5F36-A434-52BFDD2F071A}" dt="2026-07-17T01:57:33.387" v="4" actId="2696"/>
        <pc:sldMkLst>
          <pc:docMk/>
          <pc:sldMk cId="3180695193" sldId="259"/>
        </pc:sldMkLst>
      </pc:sldChg>
      <pc:sldChg chg="add">
        <pc:chgData name="Mueller, Nicola" userId="f7df689c-9f9c-42cd-a88b-3745108b8271" providerId="ADAL" clId="{54B8CD3E-9E43-5F36-A434-52BFDD2F071A}" dt="2026-07-17T15:15:59.482" v="27"/>
        <pc:sldMkLst>
          <pc:docMk/>
          <pc:sldMk cId="487912764" sldId="260"/>
        </pc:sldMkLst>
      </pc:sldChg>
      <pc:sldChg chg="del">
        <pc:chgData name="Mueller, Nicola" userId="f7df689c-9f9c-42cd-a88b-3745108b8271" providerId="ADAL" clId="{54B8CD3E-9E43-5F36-A434-52BFDD2F071A}" dt="2026-07-17T15:15:53.696" v="26" actId="2696"/>
        <pc:sldMkLst>
          <pc:docMk/>
          <pc:sldMk cId="3223595875" sldId="260"/>
        </pc:sldMkLst>
      </pc:sldChg>
      <pc:sldChg chg="del">
        <pc:chgData name="Mueller, Nicola" userId="f7df689c-9f9c-42cd-a88b-3745108b8271" providerId="ADAL" clId="{54B8CD3E-9E43-5F36-A434-52BFDD2F071A}" dt="2026-07-17T01:57:29.684" v="2" actId="2696"/>
        <pc:sldMkLst>
          <pc:docMk/>
          <pc:sldMk cId="908716940" sldId="261"/>
        </pc:sldMkLst>
      </pc:sldChg>
      <pc:sldChg chg="modSp del mod">
        <pc:chgData name="Mueller, Nicola" userId="f7df689c-9f9c-42cd-a88b-3745108b8271" providerId="ADAL" clId="{54B8CD3E-9E43-5F36-A434-52BFDD2F071A}" dt="2026-07-17T15:19:00.075" v="180" actId="2696"/>
        <pc:sldMkLst>
          <pc:docMk/>
          <pc:sldMk cId="652663502" sldId="262"/>
        </pc:sldMkLst>
        <pc:spChg chg="mod">
          <ac:chgData name="Mueller, Nicola" userId="f7df689c-9f9c-42cd-a88b-3745108b8271" providerId="ADAL" clId="{54B8CD3E-9E43-5F36-A434-52BFDD2F071A}" dt="2026-07-17T15:17:01.616" v="136" actId="20577"/>
          <ac:spMkLst>
            <pc:docMk/>
            <pc:sldMk cId="652663502" sldId="262"/>
            <ac:spMk id="2" creationId="{916E561D-39E4-F99A-0275-FC7B1F10FA6A}"/>
          </ac:spMkLst>
        </pc:spChg>
        <pc:spChg chg="mod">
          <ac:chgData name="Mueller, Nicola" userId="f7df689c-9f9c-42cd-a88b-3745108b8271" providerId="ADAL" clId="{54B8CD3E-9E43-5F36-A434-52BFDD2F071A}" dt="2026-07-17T15:17:08.309" v="150" actId="20577"/>
          <ac:spMkLst>
            <pc:docMk/>
            <pc:sldMk cId="652663502" sldId="262"/>
            <ac:spMk id="3" creationId="{0823B3CF-7ADE-1A6B-3EDA-FEE6F1728152}"/>
          </ac:spMkLst>
        </pc:spChg>
      </pc:sldChg>
      <pc:sldChg chg="del">
        <pc:chgData name="Mueller, Nicola" userId="f7df689c-9f9c-42cd-a88b-3745108b8271" providerId="ADAL" clId="{54B8CD3E-9E43-5F36-A434-52BFDD2F071A}" dt="2026-07-17T01:57:38.937" v="5" actId="2696"/>
        <pc:sldMkLst>
          <pc:docMk/>
          <pc:sldMk cId="3507250023" sldId="269"/>
        </pc:sldMkLst>
      </pc:sldChg>
      <pc:sldChg chg="delSp mod">
        <pc:chgData name="Mueller, Nicola" userId="f7df689c-9f9c-42cd-a88b-3745108b8271" providerId="ADAL" clId="{54B8CD3E-9E43-5F36-A434-52BFDD2F071A}" dt="2026-07-17T02:02:06.668" v="9" actId="478"/>
        <pc:sldMkLst>
          <pc:docMk/>
          <pc:sldMk cId="2600018440" sldId="270"/>
        </pc:sldMkLst>
        <pc:spChg chg="del">
          <ac:chgData name="Mueller, Nicola" userId="f7df689c-9f9c-42cd-a88b-3745108b8271" providerId="ADAL" clId="{54B8CD3E-9E43-5F36-A434-52BFDD2F071A}" dt="2026-07-17T02:02:06.668" v="9" actId="478"/>
          <ac:spMkLst>
            <pc:docMk/>
            <pc:sldMk cId="2600018440" sldId="270"/>
            <ac:spMk id="13" creationId="{C5F9E435-13FE-36CE-EF2A-9E32B92046E2}"/>
          </ac:spMkLst>
        </pc:spChg>
      </pc:sldChg>
      <pc:sldChg chg="delSp mod">
        <pc:chgData name="Mueller, Nicola" userId="f7df689c-9f9c-42cd-a88b-3745108b8271" providerId="ADAL" clId="{54B8CD3E-9E43-5F36-A434-52BFDD2F071A}" dt="2026-07-17T02:01:57.515" v="8" actId="478"/>
        <pc:sldMkLst>
          <pc:docMk/>
          <pc:sldMk cId="1733662046" sldId="272"/>
        </pc:sldMkLst>
        <pc:spChg chg="del">
          <ac:chgData name="Mueller, Nicola" userId="f7df689c-9f9c-42cd-a88b-3745108b8271" providerId="ADAL" clId="{54B8CD3E-9E43-5F36-A434-52BFDD2F071A}" dt="2026-07-17T02:01:57.515" v="8" actId="478"/>
          <ac:spMkLst>
            <pc:docMk/>
            <pc:sldMk cId="1733662046" sldId="272"/>
            <ac:spMk id="9" creationId="{237D6920-3F52-1865-76BD-714198347EF2}"/>
          </ac:spMkLst>
        </pc:spChg>
      </pc:sldChg>
      <pc:sldChg chg="del">
        <pc:chgData name="Mueller, Nicola" userId="f7df689c-9f9c-42cd-a88b-3745108b8271" providerId="ADAL" clId="{54B8CD3E-9E43-5F36-A434-52BFDD2F071A}" dt="2026-07-17T01:57:25.348" v="1" actId="2696"/>
        <pc:sldMkLst>
          <pc:docMk/>
          <pc:sldMk cId="1862789161" sldId="273"/>
        </pc:sldMkLst>
      </pc:sldChg>
      <pc:sldChg chg="add">
        <pc:chgData name="Mueller, Nicola" userId="f7df689c-9f9c-42cd-a88b-3745108b8271" providerId="ADAL" clId="{54B8CD3E-9E43-5F36-A434-52BFDD2F071A}" dt="2026-07-17T15:15:59.482" v="27"/>
        <pc:sldMkLst>
          <pc:docMk/>
          <pc:sldMk cId="2953735284" sldId="274"/>
        </pc:sldMkLst>
      </pc:sldChg>
      <pc:sldChg chg="del">
        <pc:chgData name="Mueller, Nicola" userId="f7df689c-9f9c-42cd-a88b-3745108b8271" providerId="ADAL" clId="{54B8CD3E-9E43-5F36-A434-52BFDD2F071A}" dt="2026-07-17T15:15:53.696" v="26" actId="2696"/>
        <pc:sldMkLst>
          <pc:docMk/>
          <pc:sldMk cId="3374181476" sldId="274"/>
        </pc:sldMkLst>
      </pc:sldChg>
      <pc:sldChg chg="addSp delSp modSp add mod">
        <pc:chgData name="Mueller, Nicola" userId="f7df689c-9f9c-42cd-a88b-3745108b8271" providerId="ADAL" clId="{54B8CD3E-9E43-5F36-A434-52BFDD2F071A}" dt="2026-07-17T02:06:38.789" v="14" actId="1076"/>
        <pc:sldMkLst>
          <pc:docMk/>
          <pc:sldMk cId="159926076" sldId="275"/>
        </pc:sldMkLst>
        <pc:spChg chg="add del mod">
          <ac:chgData name="Mueller, Nicola" userId="f7df689c-9f9c-42cd-a88b-3745108b8271" providerId="ADAL" clId="{54B8CD3E-9E43-5F36-A434-52BFDD2F071A}" dt="2026-07-17T02:06:36.744" v="13"/>
          <ac:spMkLst>
            <pc:docMk/>
            <pc:sldMk cId="159926076" sldId="275"/>
            <ac:spMk id="4" creationId="{DF17089F-F7DE-7DE3-C06D-D64E113B4B9D}"/>
          </ac:spMkLst>
        </pc:spChg>
        <pc:picChg chg="del">
          <ac:chgData name="Mueller, Nicola" userId="f7df689c-9f9c-42cd-a88b-3745108b8271" providerId="ADAL" clId="{54B8CD3E-9E43-5F36-A434-52BFDD2F071A}" dt="2026-07-17T02:06:32.187" v="11" actId="478"/>
          <ac:picMkLst>
            <pc:docMk/>
            <pc:sldMk cId="159926076" sldId="275"/>
            <ac:picMk id="6" creationId="{EA0E2677-6F56-D273-4F8E-BE09C98F80AA}"/>
          </ac:picMkLst>
        </pc:picChg>
        <pc:picChg chg="add mod ord">
          <ac:chgData name="Mueller, Nicola" userId="f7df689c-9f9c-42cd-a88b-3745108b8271" providerId="ADAL" clId="{54B8CD3E-9E43-5F36-A434-52BFDD2F071A}" dt="2026-07-17T02:06:38.789" v="14" actId="1076"/>
          <ac:picMkLst>
            <pc:docMk/>
            <pc:sldMk cId="159926076" sldId="275"/>
            <ac:picMk id="7" creationId="{6D8A01D1-159A-7555-A1DB-2342078C9C56}"/>
          </ac:picMkLst>
        </pc:picChg>
      </pc:sldChg>
      <pc:sldChg chg="add del">
        <pc:chgData name="Mueller, Nicola" userId="f7df689c-9f9c-42cd-a88b-3745108b8271" providerId="ADAL" clId="{54B8CD3E-9E43-5F36-A434-52BFDD2F071A}" dt="2026-07-17T01:59:02.816" v="7" actId="2696"/>
        <pc:sldMkLst>
          <pc:docMk/>
          <pc:sldMk cId="3517303523" sldId="275"/>
        </pc:sldMkLst>
      </pc:sldChg>
      <pc:sldChg chg="addSp delSp modSp add mod">
        <pc:chgData name="Mueller, Nicola" userId="f7df689c-9f9c-42cd-a88b-3745108b8271" providerId="ADAL" clId="{54B8CD3E-9E43-5F36-A434-52BFDD2F071A}" dt="2026-07-17T02:07:07.927" v="25" actId="1076"/>
        <pc:sldMkLst>
          <pc:docMk/>
          <pc:sldMk cId="675747919" sldId="276"/>
        </pc:sldMkLst>
        <pc:spChg chg="add del mod">
          <ac:chgData name="Mueller, Nicola" userId="f7df689c-9f9c-42cd-a88b-3745108b8271" providerId="ADAL" clId="{54B8CD3E-9E43-5F36-A434-52BFDD2F071A}" dt="2026-07-17T02:06:46.012" v="18"/>
          <ac:spMkLst>
            <pc:docMk/>
            <pc:sldMk cId="675747919" sldId="276"/>
            <ac:spMk id="4" creationId="{8AE5F265-BB1E-ED26-7E34-5802DAE6E071}"/>
          </ac:spMkLst>
        </pc:spChg>
        <pc:picChg chg="add mod ord">
          <ac:chgData name="Mueller, Nicola" userId="f7df689c-9f9c-42cd-a88b-3745108b8271" providerId="ADAL" clId="{54B8CD3E-9E43-5F36-A434-52BFDD2F071A}" dt="2026-07-17T02:07:04.419" v="23" actId="1076"/>
          <ac:picMkLst>
            <pc:docMk/>
            <pc:sldMk cId="675747919" sldId="276"/>
            <ac:picMk id="6" creationId="{FC5E2639-3B88-9562-F764-9DE371669BA3}"/>
          </ac:picMkLst>
        </pc:picChg>
        <pc:picChg chg="del">
          <ac:chgData name="Mueller, Nicola" userId="f7df689c-9f9c-42cd-a88b-3745108b8271" providerId="ADAL" clId="{54B8CD3E-9E43-5F36-A434-52BFDD2F071A}" dt="2026-07-17T02:06:42.859" v="16" actId="478"/>
          <ac:picMkLst>
            <pc:docMk/>
            <pc:sldMk cId="675747919" sldId="276"/>
            <ac:picMk id="7" creationId="{7C14B865-D336-6020-F8EC-08E471915010}"/>
          </ac:picMkLst>
        </pc:picChg>
        <pc:picChg chg="add mod">
          <ac:chgData name="Mueller, Nicola" userId="f7df689c-9f9c-42cd-a88b-3745108b8271" providerId="ADAL" clId="{54B8CD3E-9E43-5F36-A434-52BFDD2F071A}" dt="2026-07-17T02:07:07.927" v="25" actId="1076"/>
          <ac:picMkLst>
            <pc:docMk/>
            <pc:sldMk cId="675747919" sldId="276"/>
            <ac:picMk id="9" creationId="{85F40BD3-4D00-8701-BB82-FDDA4242B4D8}"/>
          </ac:picMkLst>
        </pc:picChg>
      </pc:sldChg>
      <pc:sldChg chg="modSp add mod">
        <pc:chgData name="Mueller, Nicola" userId="f7df689c-9f9c-42cd-a88b-3745108b8271" providerId="ADAL" clId="{54B8CD3E-9E43-5F36-A434-52BFDD2F071A}" dt="2026-07-17T15:42:46.444" v="734" actId="20577"/>
        <pc:sldMkLst>
          <pc:docMk/>
          <pc:sldMk cId="2348951676" sldId="277"/>
        </pc:sldMkLst>
        <pc:spChg chg="mod">
          <ac:chgData name="Mueller, Nicola" userId="f7df689c-9f9c-42cd-a88b-3745108b8271" providerId="ADAL" clId="{54B8CD3E-9E43-5F36-A434-52BFDD2F071A}" dt="2026-07-17T15:34:44.348" v="411" actId="20577"/>
          <ac:spMkLst>
            <pc:docMk/>
            <pc:sldMk cId="2348951676" sldId="277"/>
            <ac:spMk id="2" creationId="{91B71447-08C2-ACAE-0B1A-FE47F80F4BE3}"/>
          </ac:spMkLst>
        </pc:spChg>
        <pc:spChg chg="mod">
          <ac:chgData name="Mueller, Nicola" userId="f7df689c-9f9c-42cd-a88b-3745108b8271" providerId="ADAL" clId="{54B8CD3E-9E43-5F36-A434-52BFDD2F071A}" dt="2026-07-17T15:42:46.444" v="734" actId="20577"/>
          <ac:spMkLst>
            <pc:docMk/>
            <pc:sldMk cId="2348951676" sldId="277"/>
            <ac:spMk id="3" creationId="{152F99F2-715A-E51F-747A-B43610326B1B}"/>
          </ac:spMkLst>
        </pc:spChg>
      </pc:sldChg>
      <pc:sldChg chg="add del">
        <pc:chgData name="Mueller, Nicola" userId="f7df689c-9f9c-42cd-a88b-3745108b8271" providerId="ADAL" clId="{54B8CD3E-9E43-5F36-A434-52BFDD2F071A}" dt="2026-07-17T15:16:21.706" v="31"/>
        <pc:sldMkLst>
          <pc:docMk/>
          <pc:sldMk cId="2566443145" sldId="278"/>
        </pc:sldMkLst>
      </pc:sldChg>
      <pc:sldChg chg="modSp add mod">
        <pc:chgData name="Mueller, Nicola" userId="f7df689c-9f9c-42cd-a88b-3745108b8271" providerId="ADAL" clId="{54B8CD3E-9E43-5F36-A434-52BFDD2F071A}" dt="2026-07-17T15:16:40.518" v="86" actId="20577"/>
        <pc:sldMkLst>
          <pc:docMk/>
          <pc:sldMk cId="1231286224" sldId="348"/>
        </pc:sldMkLst>
        <pc:spChg chg="mod">
          <ac:chgData name="Mueller, Nicola" userId="f7df689c-9f9c-42cd-a88b-3745108b8271" providerId="ADAL" clId="{54B8CD3E-9E43-5F36-A434-52BFDD2F071A}" dt="2026-07-17T15:16:40.518" v="86" actId="20577"/>
          <ac:spMkLst>
            <pc:docMk/>
            <pc:sldMk cId="1231286224" sldId="348"/>
            <ac:spMk id="2" creationId="{246345D6-2ABF-5F4A-86BA-016E11D4A46F}"/>
          </ac:spMkLst>
        </pc:spChg>
      </pc:sldChg>
      <pc:sldChg chg="addSp delSp modSp add mod">
        <pc:chgData name="Mueller, Nicola" userId="f7df689c-9f9c-42cd-a88b-3745108b8271" providerId="ADAL" clId="{54B8CD3E-9E43-5F36-A434-52BFDD2F071A}" dt="2026-07-17T15:18:06.255" v="159"/>
        <pc:sldMkLst>
          <pc:docMk/>
          <pc:sldMk cId="1622176883" sldId="349"/>
        </pc:sldMkLst>
        <pc:spChg chg="mod">
          <ac:chgData name="Mueller, Nicola" userId="f7df689c-9f9c-42cd-a88b-3745108b8271" providerId="ADAL" clId="{54B8CD3E-9E43-5F36-A434-52BFDD2F071A}" dt="2026-07-17T15:17:12.780" v="157" actId="20577"/>
          <ac:spMkLst>
            <pc:docMk/>
            <pc:sldMk cId="1622176883" sldId="349"/>
            <ac:spMk id="2" creationId="{64E4291C-D25A-B697-05D1-4F2E39CF9921}"/>
          </ac:spMkLst>
        </pc:spChg>
        <pc:spChg chg="del">
          <ac:chgData name="Mueller, Nicola" userId="f7df689c-9f9c-42cd-a88b-3745108b8271" providerId="ADAL" clId="{54B8CD3E-9E43-5F36-A434-52BFDD2F071A}" dt="2026-07-17T15:18:06.255" v="159"/>
          <ac:spMkLst>
            <pc:docMk/>
            <pc:sldMk cId="1622176883" sldId="349"/>
            <ac:spMk id="3" creationId="{39009B55-8DC1-9858-9F6B-2D5206F5EB21}"/>
          </ac:spMkLst>
        </pc:spChg>
        <pc:picChg chg="add mod ord">
          <ac:chgData name="Mueller, Nicola" userId="f7df689c-9f9c-42cd-a88b-3745108b8271" providerId="ADAL" clId="{54B8CD3E-9E43-5F36-A434-52BFDD2F071A}" dt="2026-07-17T15:18:06.255" v="159"/>
          <ac:picMkLst>
            <pc:docMk/>
            <pc:sldMk cId="1622176883" sldId="349"/>
            <ac:picMk id="5" creationId="{407B2EAC-2578-6AFC-177F-98C6E560F0CF}"/>
          </ac:picMkLst>
        </pc:picChg>
      </pc:sldChg>
      <pc:sldChg chg="addSp delSp modSp add mod">
        <pc:chgData name="Mueller, Nicola" userId="f7df689c-9f9c-42cd-a88b-3745108b8271" providerId="ADAL" clId="{54B8CD3E-9E43-5F36-A434-52BFDD2F071A}" dt="2026-07-17T15:18:36.063" v="178" actId="1076"/>
        <pc:sldMkLst>
          <pc:docMk/>
          <pc:sldMk cId="3499848520" sldId="350"/>
        </pc:sldMkLst>
        <pc:spChg chg="mod">
          <ac:chgData name="Mueller, Nicola" userId="f7df689c-9f9c-42cd-a88b-3745108b8271" providerId="ADAL" clId="{54B8CD3E-9E43-5F36-A434-52BFDD2F071A}" dt="2026-07-17T15:18:13.547" v="173" actId="20577"/>
          <ac:spMkLst>
            <pc:docMk/>
            <pc:sldMk cId="3499848520" sldId="350"/>
            <ac:spMk id="2" creationId="{89AE9556-C0FA-3E98-6BD5-41FB7A78EC5F}"/>
          </ac:spMkLst>
        </pc:spChg>
        <pc:spChg chg="add del mod">
          <ac:chgData name="Mueller, Nicola" userId="f7df689c-9f9c-42cd-a88b-3745108b8271" providerId="ADAL" clId="{54B8CD3E-9E43-5F36-A434-52BFDD2F071A}" dt="2026-07-17T15:18:32.034" v="176"/>
          <ac:spMkLst>
            <pc:docMk/>
            <pc:sldMk cId="3499848520" sldId="350"/>
            <ac:spMk id="4" creationId="{94C4A235-D095-651B-4FB3-3C7E18D2976F}"/>
          </ac:spMkLst>
        </pc:spChg>
        <pc:picChg chg="del">
          <ac:chgData name="Mueller, Nicola" userId="f7df689c-9f9c-42cd-a88b-3745108b8271" providerId="ADAL" clId="{54B8CD3E-9E43-5F36-A434-52BFDD2F071A}" dt="2026-07-17T15:18:27.451" v="174" actId="478"/>
          <ac:picMkLst>
            <pc:docMk/>
            <pc:sldMk cId="3499848520" sldId="350"/>
            <ac:picMk id="5" creationId="{1F696E56-46CF-57EA-6210-AB06D137BC74}"/>
          </ac:picMkLst>
        </pc:picChg>
        <pc:picChg chg="add mod ord">
          <ac:chgData name="Mueller, Nicola" userId="f7df689c-9f9c-42cd-a88b-3745108b8271" providerId="ADAL" clId="{54B8CD3E-9E43-5F36-A434-52BFDD2F071A}" dt="2026-07-17T15:18:36.063" v="178" actId="1076"/>
          <ac:picMkLst>
            <pc:docMk/>
            <pc:sldMk cId="3499848520" sldId="350"/>
            <ac:picMk id="7" creationId="{7F3CC57F-F02B-FC2F-82FA-C5F87E7A9A93}"/>
          </ac:picMkLst>
        </pc:picChg>
      </pc:sldChg>
      <pc:sldChg chg="addSp delSp modSp add mod">
        <pc:chgData name="Mueller, Nicola" userId="f7df689c-9f9c-42cd-a88b-3745108b8271" providerId="ADAL" clId="{54B8CD3E-9E43-5F36-A434-52BFDD2F071A}" dt="2026-07-17T15:24:23.842" v="268"/>
        <pc:sldMkLst>
          <pc:docMk/>
          <pc:sldMk cId="388522929" sldId="351"/>
        </pc:sldMkLst>
        <pc:spChg chg="mod">
          <ac:chgData name="Mueller, Nicola" userId="f7df689c-9f9c-42cd-a88b-3745108b8271" providerId="ADAL" clId="{54B8CD3E-9E43-5F36-A434-52BFDD2F071A}" dt="2026-07-17T15:24:12.592" v="266" actId="20577"/>
          <ac:spMkLst>
            <pc:docMk/>
            <pc:sldMk cId="388522929" sldId="351"/>
            <ac:spMk id="2" creationId="{837D6639-B9BA-E95B-6A91-EA3844A5AA3C}"/>
          </ac:spMkLst>
        </pc:spChg>
        <pc:spChg chg="add del mod">
          <ac:chgData name="Mueller, Nicola" userId="f7df689c-9f9c-42cd-a88b-3745108b8271" providerId="ADAL" clId="{54B8CD3E-9E43-5F36-A434-52BFDD2F071A}" dt="2026-07-17T15:24:23.842" v="268"/>
          <ac:spMkLst>
            <pc:docMk/>
            <pc:sldMk cId="388522929" sldId="351"/>
            <ac:spMk id="4" creationId="{C2C13CAC-AAB1-2540-3140-BC0D7ED118C8}"/>
          </ac:spMkLst>
        </pc:spChg>
        <pc:picChg chg="add mod ord">
          <ac:chgData name="Mueller, Nicola" userId="f7df689c-9f9c-42cd-a88b-3745108b8271" providerId="ADAL" clId="{54B8CD3E-9E43-5F36-A434-52BFDD2F071A}" dt="2026-07-17T15:24:23.842" v="268"/>
          <ac:picMkLst>
            <pc:docMk/>
            <pc:sldMk cId="388522929" sldId="351"/>
            <ac:picMk id="6" creationId="{ADFFC3F7-A3BD-9FE7-3DF4-4DAE8B089E13}"/>
          </ac:picMkLst>
        </pc:picChg>
        <pc:picChg chg="del">
          <ac:chgData name="Mueller, Nicola" userId="f7df689c-9f9c-42cd-a88b-3745108b8271" providerId="ADAL" clId="{54B8CD3E-9E43-5F36-A434-52BFDD2F071A}" dt="2026-07-17T15:19:13.085" v="220" actId="478"/>
          <ac:picMkLst>
            <pc:docMk/>
            <pc:sldMk cId="388522929" sldId="351"/>
            <ac:picMk id="7" creationId="{7DBD193A-1F19-DFFB-83D7-FD40330A391D}"/>
          </ac:picMkLst>
        </pc:picChg>
      </pc:sldChg>
      <pc:sldChg chg="addSp delSp modSp add mod ord">
        <pc:chgData name="Mueller, Nicola" userId="f7df689c-9f9c-42cd-a88b-3745108b8271" providerId="ADAL" clId="{54B8CD3E-9E43-5F36-A434-52BFDD2F071A}" dt="2026-07-17T15:25:13.154" v="284" actId="20578"/>
        <pc:sldMkLst>
          <pc:docMk/>
          <pc:sldMk cId="2611131298" sldId="352"/>
        </pc:sldMkLst>
        <pc:spChg chg="mod">
          <ac:chgData name="Mueller, Nicola" userId="f7df689c-9f9c-42cd-a88b-3745108b8271" providerId="ADAL" clId="{54B8CD3E-9E43-5F36-A434-52BFDD2F071A}" dt="2026-07-17T15:24:46.844" v="280" actId="20577"/>
          <ac:spMkLst>
            <pc:docMk/>
            <pc:sldMk cId="2611131298" sldId="352"/>
            <ac:spMk id="2" creationId="{13618569-B049-3EDF-64E6-C106B8B547BB}"/>
          </ac:spMkLst>
        </pc:spChg>
        <pc:spChg chg="add del mod">
          <ac:chgData name="Mueller, Nicola" userId="f7df689c-9f9c-42cd-a88b-3745108b8271" providerId="ADAL" clId="{54B8CD3E-9E43-5F36-A434-52BFDD2F071A}" dt="2026-07-17T15:25:08.251" v="283"/>
          <ac:spMkLst>
            <pc:docMk/>
            <pc:sldMk cId="2611131298" sldId="352"/>
            <ac:spMk id="4" creationId="{1CE695F5-F613-FDEB-FA0E-C106633C0D95}"/>
          </ac:spMkLst>
        </pc:spChg>
        <pc:picChg chg="del">
          <ac:chgData name="Mueller, Nicola" userId="f7df689c-9f9c-42cd-a88b-3745108b8271" providerId="ADAL" clId="{54B8CD3E-9E43-5F36-A434-52BFDD2F071A}" dt="2026-07-17T15:24:47.606" v="281" actId="478"/>
          <ac:picMkLst>
            <pc:docMk/>
            <pc:sldMk cId="2611131298" sldId="352"/>
            <ac:picMk id="5" creationId="{F414F72A-58B3-6A0B-6923-744FB90CE942}"/>
          </ac:picMkLst>
        </pc:picChg>
        <pc:picChg chg="add mod ord">
          <ac:chgData name="Mueller, Nicola" userId="f7df689c-9f9c-42cd-a88b-3745108b8271" providerId="ADAL" clId="{54B8CD3E-9E43-5F36-A434-52BFDD2F071A}" dt="2026-07-17T15:25:08.251" v="283"/>
          <ac:picMkLst>
            <pc:docMk/>
            <pc:sldMk cId="2611131298" sldId="352"/>
            <ac:picMk id="7" creationId="{64369C26-A11C-7186-BE21-EF231186C976}"/>
          </ac:picMkLst>
        </pc:picChg>
      </pc:sldChg>
      <pc:sldChg chg="add del">
        <pc:chgData name="Mueller, Nicola" userId="f7df689c-9f9c-42cd-a88b-3745108b8271" providerId="ADAL" clId="{54B8CD3E-9E43-5F36-A434-52BFDD2F071A}" dt="2026-07-17T15:34:51.070" v="414" actId="2696"/>
        <pc:sldMkLst>
          <pc:docMk/>
          <pc:sldMk cId="3439375068" sldId="353"/>
        </pc:sldMkLst>
      </pc:sldChg>
      <pc:sldChg chg="add">
        <pc:chgData name="Mueller, Nicola" userId="f7df689c-9f9c-42cd-a88b-3745108b8271" providerId="ADAL" clId="{54B8CD3E-9E43-5F36-A434-52BFDD2F071A}" dt="2026-07-17T15:34:15.077" v="286"/>
        <pc:sldMkLst>
          <pc:docMk/>
          <pc:sldMk cId="4151569209" sldId="354"/>
        </pc:sldMkLst>
      </pc:sldChg>
      <pc:sldChg chg="modSp add mod">
        <pc:chgData name="Mueller, Nicola" userId="f7df689c-9f9c-42cd-a88b-3745108b8271" providerId="ADAL" clId="{54B8CD3E-9E43-5F36-A434-52BFDD2F071A}" dt="2026-07-17T15:47:31.289" v="1147" actId="20577"/>
        <pc:sldMkLst>
          <pc:docMk/>
          <pc:sldMk cId="437219417" sldId="355"/>
        </pc:sldMkLst>
        <pc:spChg chg="mod">
          <ac:chgData name="Mueller, Nicola" userId="f7df689c-9f9c-42cd-a88b-3745108b8271" providerId="ADAL" clId="{54B8CD3E-9E43-5F36-A434-52BFDD2F071A}" dt="2026-07-17T15:42:58.919" v="781" actId="20577"/>
          <ac:spMkLst>
            <pc:docMk/>
            <pc:sldMk cId="437219417" sldId="355"/>
            <ac:spMk id="2" creationId="{CEA0EFD1-5F6E-2957-ACC2-9867631C6399}"/>
          </ac:spMkLst>
        </pc:spChg>
        <pc:spChg chg="mod">
          <ac:chgData name="Mueller, Nicola" userId="f7df689c-9f9c-42cd-a88b-3745108b8271" providerId="ADAL" clId="{54B8CD3E-9E43-5F36-A434-52BFDD2F071A}" dt="2026-07-17T15:47:31.289" v="1147" actId="20577"/>
          <ac:spMkLst>
            <pc:docMk/>
            <pc:sldMk cId="437219417" sldId="355"/>
            <ac:spMk id="3" creationId="{8059847C-2AC1-7477-0881-F7589CD222FD}"/>
          </ac:spMkLst>
        </pc:spChg>
      </pc:sldChg>
      <pc:sldChg chg="addSp delSp modSp add mod">
        <pc:chgData name="Mueller, Nicola" userId="f7df689c-9f9c-42cd-a88b-3745108b8271" providerId="ADAL" clId="{54B8CD3E-9E43-5F36-A434-52BFDD2F071A}" dt="2026-07-17T19:34:13.820" v="1191"/>
        <pc:sldMkLst>
          <pc:docMk/>
          <pc:sldMk cId="2903686825" sldId="356"/>
        </pc:sldMkLst>
        <pc:spChg chg="mod">
          <ac:chgData name="Mueller, Nicola" userId="f7df689c-9f9c-42cd-a88b-3745108b8271" providerId="ADAL" clId="{54B8CD3E-9E43-5F36-A434-52BFDD2F071A}" dt="2026-07-17T19:34:06.049" v="1189" actId="20577"/>
          <ac:spMkLst>
            <pc:docMk/>
            <pc:sldMk cId="2903686825" sldId="356"/>
            <ac:spMk id="2" creationId="{B8FBBF47-D481-F0D5-8003-145F7D0861A9}"/>
          </ac:spMkLst>
        </pc:spChg>
        <pc:spChg chg="add del mod">
          <ac:chgData name="Mueller, Nicola" userId="f7df689c-9f9c-42cd-a88b-3745108b8271" providerId="ADAL" clId="{54B8CD3E-9E43-5F36-A434-52BFDD2F071A}" dt="2026-07-17T19:34:13.820" v="1191"/>
          <ac:spMkLst>
            <pc:docMk/>
            <pc:sldMk cId="2903686825" sldId="356"/>
            <ac:spMk id="4" creationId="{7E9648ED-FDDA-2FDF-EA6A-CAF411AE8683}"/>
          </ac:spMkLst>
        </pc:spChg>
        <pc:picChg chg="del">
          <ac:chgData name="Mueller, Nicola" userId="f7df689c-9f9c-42cd-a88b-3745108b8271" providerId="ADAL" clId="{54B8CD3E-9E43-5F36-A434-52BFDD2F071A}" dt="2026-07-17T19:34:04.857" v="1188" actId="478"/>
          <ac:picMkLst>
            <pc:docMk/>
            <pc:sldMk cId="2903686825" sldId="356"/>
            <ac:picMk id="6" creationId="{6934F2EF-2766-F51E-789C-D645B72CDBD0}"/>
          </ac:picMkLst>
        </pc:picChg>
        <pc:picChg chg="add mod ord">
          <ac:chgData name="Mueller, Nicola" userId="f7df689c-9f9c-42cd-a88b-3745108b8271" providerId="ADAL" clId="{54B8CD3E-9E43-5F36-A434-52BFDD2F071A}" dt="2026-07-17T19:34:13.820" v="1191"/>
          <ac:picMkLst>
            <pc:docMk/>
            <pc:sldMk cId="2903686825" sldId="356"/>
            <ac:picMk id="7" creationId="{CC96721D-AA63-2F5E-BF8F-3641B29700B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3F62-08DD-8009-D527-2C4C504964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062401-8E91-376B-439F-15EC11BAD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C36D7-B136-6E1E-9416-911F797AA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6028F-650D-674E-985D-98475E47F2E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4E2A5-894C-E29B-4F10-1EA2EB208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4FE29-6889-5118-E772-7F0C8A670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1B9-0DB0-274D-91F4-D573BFEE8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52D03-1177-2CA9-513A-103A8704D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960FF-DA2C-037F-4C7C-0986AB94A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08883-BF36-E8DF-61A3-3059CD992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6028F-650D-674E-985D-98475E47F2E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E10E3-97AD-6542-BFB8-ED4543EA6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6A9FF-F7D8-B48E-DC4E-B89338A6E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1B9-0DB0-274D-91F4-D573BFEE8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50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99D3E-A164-BCBF-8439-F08C2E88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7377E-DEA1-7A55-2461-2432FCFF9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48E50-D2D2-06F6-1584-FBDB65CB8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6028F-650D-674E-985D-98475E47F2E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81E39-1923-DF0C-6753-8BFFC6124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D89E0-4330-73A3-6790-9CB9F5F85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1B9-0DB0-274D-91F4-D573BFEE8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160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E1F6-2A51-18EF-8610-B3493A2B0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F7822-5C88-2CA3-F33C-163286F67B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1F625-F041-6136-639B-0BD4C41D9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80CF4-1CDD-CB2D-A8E9-FEBAEA6FC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6028F-650D-674E-985D-98475E47F2E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358DF-E621-48C0-4769-387A908C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B2E4D-7251-A54A-041E-AE4C108ED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1B9-0DB0-274D-91F4-D573BFEE8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475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6C28D-1B9E-D208-858B-3FEE6CD6F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3BC4F-AE14-2ACC-284B-4037E23F7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3D6F27-407F-A854-AA5D-AB56D7BC8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EBC1E6-B4AD-2828-3168-108914625D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13F8D3-EBF5-1D87-E6CD-279836F9F9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6CEE85-7237-3FA6-B129-93238F0A9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6028F-650D-674E-985D-98475E47F2E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C8BC9C-4D0D-DD9A-F800-CDEAE18D7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C2148-BA04-55C8-1977-5D98D9AE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1B9-0DB0-274D-91F4-D573BFEE8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97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91FB4-2595-8778-AC79-AC3447CF5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D1A06B-3D0C-8216-701F-6425D856F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6028F-650D-674E-985D-98475E47F2E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A3B10-CE21-AFD5-35E6-EF078E5B7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8B413-3C02-78DF-FC08-C8ACF145C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1B9-0DB0-274D-91F4-D573BFEE8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084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BAF51-0D0D-E19A-2A9C-4F60CB083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6028F-650D-674E-985D-98475E47F2E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450299-2721-1BCC-C108-ACEBD24FB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D50F6-8C53-5328-0CAA-B084D8AC7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1B9-0DB0-274D-91F4-D573BFEE8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02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87FAA-2322-8EDD-15F8-36B1846BE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CE0FE-FE25-0DAC-5EE9-324BB546E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9E29EB-8171-8874-CC68-F7418E72F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D105E-1792-01BA-04A8-EEF3C038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6028F-650D-674E-985D-98475E47F2E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E1CB9-8306-66CA-1BF9-339D1668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0FB55-BAE1-D649-F2C3-A9F559530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1B9-0DB0-274D-91F4-D573BFEE8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36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E5BBC-6973-6DB6-11AE-CCB0F92DA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27BAF2-5B24-9B03-5F03-A162C8F04F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4F1DFD-B041-3A33-91BD-91DE42185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6933CC-54F3-DFF1-AF77-5E08A1D93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6028F-650D-674E-985D-98475E47F2E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174E1-596B-099B-699B-F090004EB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D47A3-EC12-85B5-04F2-4D69199CB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1B9-0DB0-274D-91F4-D573BFEE8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0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C30EA-204D-9B99-A69B-9A425B33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F36B4D-76F6-F00D-10C2-9ED0A617D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7BD76-EA18-FEAF-02AB-F2B726BF3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6028F-650D-674E-985D-98475E47F2E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2508C-93E1-E354-8FF9-6379A88AD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9AFFE-2871-33A8-17D9-7FA78012A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1B9-0DB0-274D-91F4-D573BFEE8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890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9E3CE6-595B-726B-F2D6-5C5D07B43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50388-72E7-E824-38BD-6778B6B78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B44FA-F549-4461-EFCB-8E20DD80A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6028F-650D-674E-985D-98475E47F2E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92210-4150-6637-C914-45B03EDC9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A271B-F0D5-C71C-CB74-7703D4924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EB1B9-0DB0-274D-91F4-D573BFEE8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26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C4059A-B8A8-B5DE-6B0D-10EE309A9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8CF04-2487-80A2-71E9-1934B9AD5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6938C-DD77-096E-6C03-2461706FF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86028F-650D-674E-985D-98475E47F2E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FE3E9-B6D3-3906-9417-AE5883E50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0F52E-32B4-C539-2E31-379F8A6D9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4EB1B9-0DB0-274D-91F4-D573BFEE8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684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345D6-2ABF-5F4A-86BA-016E11D4A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7278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Dataset preparation and other approaches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3BE2320-AB46-C246-9CC8-82FEF29759F7}"/>
              </a:ext>
            </a:extLst>
          </p:cNvPr>
          <p:cNvSpPr txBox="1">
            <a:spLocks/>
          </p:cNvSpPr>
          <p:nvPr/>
        </p:nvSpPr>
        <p:spPr>
          <a:xfrm>
            <a:off x="1524000" y="3704726"/>
            <a:ext cx="9144000" cy="443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Nicola F. Müller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1B2C15F-9715-5941-BE69-9E5711EBC517}"/>
              </a:ext>
            </a:extLst>
          </p:cNvPr>
          <p:cNvSpPr txBox="1">
            <a:spLocks/>
          </p:cNvSpPr>
          <p:nvPr/>
        </p:nvSpPr>
        <p:spPr>
          <a:xfrm>
            <a:off x="1524000" y="4270177"/>
            <a:ext cx="9144000" cy="761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e-mail: </a:t>
            </a:r>
            <a:r>
              <a:rPr lang="en-US" sz="1600" dirty="0" err="1"/>
              <a:t>nicola.mueller@ucsf.edu</a:t>
            </a: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31286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8297F-4B7B-F804-4E73-16C865C9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18569-B049-3EDF-64E6-C106B8B54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Genbank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4369C26-A11C-7186-BE21-EF231186C9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0365" y="1825625"/>
            <a:ext cx="96712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131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3D914-472C-CC65-BE6C-C4D3079CC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4291C-D25A-B697-05D1-4F2E39CF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Gisaid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7B2EAC-2578-6AFC-177F-98C6E560F0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3836" y="1825625"/>
            <a:ext cx="592432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76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6766F-1617-2F74-D0A1-64A2BA0D1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E9556-C0FA-3E98-6BD5-41FB7A78E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Pathoplexus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F3CC57F-F02B-FC2F-82FA-C5F87E7A9A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6000" y="1425388"/>
            <a:ext cx="7519999" cy="475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48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B63B6-4467-6863-11EB-BF07845DA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D6639-B9BA-E95B-6A91-EA3844A5A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Alignment for viruses is often simple, but requires checking them nonetheless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FFC3F7-A3BD-9FE7-3DF4-4DAE8B089E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7564" y="1825625"/>
            <a:ext cx="865687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22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CA90F-E472-61DD-55F7-5B00F939B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BBF47-D481-F0D5-8003-145F7D086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TreeTime</a:t>
            </a:r>
            <a:r>
              <a:rPr lang="en-US" dirty="0"/>
              <a:t> for outlier detection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C96721D-AA63-2F5E-BF8F-3641B29700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8300" y="2020094"/>
            <a:ext cx="89154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686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5C594-5641-7C25-215C-074D4780E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71447-08C2-ACAE-0B1A-FE47F80F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Subsampling approaches are driven by the question you seek to answer and computational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F99F2-715A-E51F-747A-B43610326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want to use birth death models, they assume constant sampling rate -&gt; proportional sampling</a:t>
            </a:r>
          </a:p>
          <a:p>
            <a:endParaRPr lang="en-US" dirty="0"/>
          </a:p>
          <a:p>
            <a:r>
              <a:rPr lang="en-US" dirty="0"/>
              <a:t>If you want to use coalescent models, you may want equal information over time -&gt; equal sampling over time</a:t>
            </a:r>
          </a:p>
          <a:p>
            <a:endParaRPr lang="en-US" dirty="0"/>
          </a:p>
          <a:p>
            <a:r>
              <a:rPr lang="en-US" dirty="0"/>
              <a:t>Structured models benefit from good representation over time</a:t>
            </a:r>
          </a:p>
        </p:txBody>
      </p:sp>
    </p:spTree>
    <p:extLst>
      <p:ext uri="{BB962C8B-B14F-4D97-AF65-F5344CB8AC3E}">
        <p14:creationId xmlns:p14="http://schemas.microsoft.com/office/powerpoint/2010/main" val="2348951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18DA4-8A7E-CA05-2F85-EB1DB39BC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0EFD1-5F6E-2957-ACC2-9867631C6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Even subsampling across time and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9847C-2AC1-7477-0881-F7589CD22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 isolates into locations, select an even number of samples per location</a:t>
            </a:r>
          </a:p>
          <a:p>
            <a:endParaRPr lang="en-US" dirty="0"/>
          </a:p>
          <a:p>
            <a:r>
              <a:rPr lang="en-US" dirty="0"/>
              <a:t>Within each location, to get even sampling, group isolates into months </a:t>
            </a:r>
          </a:p>
          <a:p>
            <a:pPr lvl="1"/>
            <a:r>
              <a:rPr lang="en-US" dirty="0"/>
              <a:t>Randomly select a year and month</a:t>
            </a:r>
          </a:p>
          <a:p>
            <a:pPr lvl="1"/>
            <a:r>
              <a:rPr lang="en-US" dirty="0"/>
              <a:t>Choose one sample within that year and month</a:t>
            </a:r>
          </a:p>
          <a:p>
            <a:pPr lvl="1"/>
            <a:r>
              <a:rPr lang="en-US" dirty="0"/>
              <a:t>Repeat until you have your desired dataset size</a:t>
            </a:r>
          </a:p>
        </p:txBody>
      </p:sp>
    </p:spTree>
    <p:extLst>
      <p:ext uri="{BB962C8B-B14F-4D97-AF65-F5344CB8AC3E}">
        <p14:creationId xmlns:p14="http://schemas.microsoft.com/office/powerpoint/2010/main" val="437219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315E8-5EB4-BAFC-4237-347C70F80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713EC-C60C-9B9B-40CF-DB28F7280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40C52-5E78-9B10-7301-093C180FF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Parsimony</a:t>
            </a:r>
          </a:p>
          <a:p>
            <a:r>
              <a:rPr lang="en-US" dirty="0"/>
              <a:t>Maximum Likelihood</a:t>
            </a:r>
          </a:p>
          <a:p>
            <a:r>
              <a:rPr lang="en-US" dirty="0"/>
              <a:t>Bayesian </a:t>
            </a:r>
            <a:r>
              <a:rPr lang="en-US" dirty="0" err="1"/>
              <a:t>phylodynamics</a:t>
            </a:r>
            <a:r>
              <a:rPr lang="en-US" dirty="0"/>
              <a:t> with mutation annotated trees</a:t>
            </a:r>
          </a:p>
        </p:txBody>
      </p:sp>
    </p:spTree>
    <p:extLst>
      <p:ext uri="{BB962C8B-B14F-4D97-AF65-F5344CB8AC3E}">
        <p14:creationId xmlns:p14="http://schemas.microsoft.com/office/powerpoint/2010/main" val="4151569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4FE9E-54DB-FD6A-D933-300EBE6E6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88DD0-064F-BC38-4460-D2A5B7F4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Parsimony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0EE4F8-E79E-0F56-8725-04DDF721DA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6836" y="1391478"/>
            <a:ext cx="7296387" cy="4785485"/>
          </a:xfrm>
        </p:spPr>
      </p:pic>
    </p:spTree>
    <p:extLst>
      <p:ext uri="{BB962C8B-B14F-4D97-AF65-F5344CB8AC3E}">
        <p14:creationId xmlns:p14="http://schemas.microsoft.com/office/powerpoint/2010/main" val="1131536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5A27A-97BC-B538-0688-B096B5E40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58F2-BCF1-1198-F61C-83BB76F5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taxonium.org</a:t>
            </a:r>
            <a:r>
              <a:rPr lang="en-US" dirty="0"/>
              <a:t>/</a:t>
            </a:r>
          </a:p>
        </p:txBody>
      </p:sp>
      <p:pic>
        <p:nvPicPr>
          <p:cNvPr id="7" name="Content Placeholder 6" descr="A screen shot of a computer error&#10;&#10;AI-generated content may be incorrect.">
            <a:extLst>
              <a:ext uri="{FF2B5EF4-FFF2-40B4-BE49-F238E27FC236}">
                <a16:creationId xmlns:a16="http://schemas.microsoft.com/office/drawing/2014/main" id="{A3C4AAB5-92E4-92F2-0CCB-461A59129A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0750" y="1825625"/>
            <a:ext cx="6530499" cy="4351338"/>
          </a:xfrm>
        </p:spPr>
      </p:pic>
    </p:spTree>
    <p:extLst>
      <p:ext uri="{BB962C8B-B14F-4D97-AF65-F5344CB8AC3E}">
        <p14:creationId xmlns:p14="http://schemas.microsoft.com/office/powerpoint/2010/main" val="629480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5A67C-AD85-77DA-8C27-62AFE267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061F5-D4E5-9273-A445-8390BF08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F1DA5-4242-4231-6E96-F0F29AE79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MLE tree is inferred using e.g. </a:t>
            </a:r>
            <a:r>
              <a:rPr lang="en-US" dirty="0" err="1"/>
              <a:t>raxml</a:t>
            </a:r>
            <a:r>
              <a:rPr lang="en-US" dirty="0"/>
              <a:t>, </a:t>
            </a:r>
            <a:r>
              <a:rPr lang="en-US" dirty="0" err="1"/>
              <a:t>Iqtree</a:t>
            </a:r>
            <a:r>
              <a:rPr lang="en-US" dirty="0"/>
              <a:t>, </a:t>
            </a:r>
            <a:r>
              <a:rPr lang="en-US" dirty="0" err="1"/>
              <a:t>fasttree</a:t>
            </a:r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1EE3AA-6648-E12B-1C13-B7661A387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15" y="2915478"/>
            <a:ext cx="3225619" cy="3193084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BC75D9-FFD1-252B-8252-0E1140756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968" y="2915478"/>
            <a:ext cx="3903248" cy="2589498"/>
          </a:xfrm>
          <a:prstGeom prst="rect">
            <a:avLst/>
          </a:prstGeom>
        </p:spPr>
      </p:pic>
      <p:pic>
        <p:nvPicPr>
          <p:cNvPr id="11" name="Picture 10" descr="A blue and white document with black text&#10;&#10;AI-generated content may be incorrect.">
            <a:extLst>
              <a:ext uri="{FF2B5EF4-FFF2-40B4-BE49-F238E27FC236}">
                <a16:creationId xmlns:a16="http://schemas.microsoft.com/office/drawing/2014/main" id="{D16DAE04-102E-2082-FACD-F4E578421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6756" y="3031182"/>
            <a:ext cx="3411478" cy="275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78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529E2-041B-D022-174B-CFE8D08D8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6316E-32EA-9E8D-AE54-B0F59EDE2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47215-C500-B4B9-F254-227AE74A7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Timed phylogenetic tree is inferred from the MLE tree and sampling times</a:t>
            </a:r>
          </a:p>
        </p:txBody>
      </p:sp>
      <p:pic>
        <p:nvPicPr>
          <p:cNvPr id="5" name="Picture 4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ECABE417-A4B0-FD96-6002-DFB38E194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12" y="2692112"/>
            <a:ext cx="5414847" cy="3619788"/>
          </a:xfrm>
          <a:prstGeom prst="rect">
            <a:avLst/>
          </a:prstGeom>
        </p:spPr>
      </p:pic>
      <p:pic>
        <p:nvPicPr>
          <p:cNvPr id="8" name="Picture 7" descr="A close up of a document&#10;&#10;AI-generated content may be incorrect.">
            <a:extLst>
              <a:ext uri="{FF2B5EF4-FFF2-40B4-BE49-F238E27FC236}">
                <a16:creationId xmlns:a16="http://schemas.microsoft.com/office/drawing/2014/main" id="{DD2D6ADF-2A47-1062-DCAA-0693C1CEF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819" y="2791952"/>
            <a:ext cx="5113341" cy="351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341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E8D9B-BA8B-8644-672E-3EB54A1BF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9E995-C425-E454-A701-4B32BE12B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 descr="A graph of a virus&#10;&#10;AI-generated content may be incorrect.">
            <a:extLst>
              <a:ext uri="{FF2B5EF4-FFF2-40B4-BE49-F238E27FC236}">
                <a16:creationId xmlns:a16="http://schemas.microsoft.com/office/drawing/2014/main" id="{CC03AEFA-2230-98AF-2201-913BFAFDC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37508"/>
            <a:ext cx="10515599" cy="538298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B9BD782-3B11-F335-4965-F170F9076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11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44E58-737E-2C67-3A13-F4F4E89F3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blue screen&#10;&#10;AI-generated content may be incorrect.">
            <a:extLst>
              <a:ext uri="{FF2B5EF4-FFF2-40B4-BE49-F238E27FC236}">
                <a16:creationId xmlns:a16="http://schemas.microsoft.com/office/drawing/2014/main" id="{D6BF3986-641A-339C-65EE-56CB8EE48F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7115" y="1754993"/>
            <a:ext cx="4253947" cy="4737882"/>
          </a:xfr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D4F893D-F11B-2DF9-CB72-0EC3F01C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Bayesian </a:t>
            </a:r>
            <a:r>
              <a:rPr lang="en-US" dirty="0" err="1"/>
              <a:t>phylodynamics</a:t>
            </a:r>
            <a:r>
              <a:rPr lang="en-US" dirty="0"/>
              <a:t> with mutation annotated trees -&gt; https://</a:t>
            </a:r>
            <a:r>
              <a:rPr lang="en-US" dirty="0" err="1"/>
              <a:t>delphy.fathom.info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206471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AF7C0-6715-9F40-5A3C-BB9EB7029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diagram of a tree&#10;&#10;AI-generated content may be incorrect.">
            <a:extLst>
              <a:ext uri="{FF2B5EF4-FFF2-40B4-BE49-F238E27FC236}">
                <a16:creationId xmlns:a16="http://schemas.microsoft.com/office/drawing/2014/main" id="{B694D0B1-DAF5-5B76-2301-888326732A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0788" y="281954"/>
            <a:ext cx="6730423" cy="6294092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38CEC12-1362-0055-1B5C-A31F6BFFB7C5}"/>
              </a:ext>
            </a:extLst>
          </p:cNvPr>
          <p:cNvSpPr txBox="1"/>
          <p:nvPr/>
        </p:nvSpPr>
        <p:spPr>
          <a:xfrm>
            <a:off x="6539948" y="6550223"/>
            <a:ext cx="5652052" cy="30777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r"/>
            <a:r>
              <a:rPr lang="en-US" sz="1400" dirty="0">
                <a:solidFill>
                  <a:srgbClr val="000000"/>
                </a:solidFill>
                <a:latin typeface="Helvetic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Bouckaert</a:t>
            </a:r>
            <a:r>
              <a:rPr lang="en-US" sz="1400" dirty="0">
                <a:solidFill>
                  <a:srgbClr val="000000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 et al. 2025,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BioRxiv</a:t>
            </a:r>
            <a:endParaRPr lang="en-US" sz="14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018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91C68-4367-C122-CF5A-37A5E5F21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061307E-72B6-009E-655E-7E6467ECA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Faster BEAST using the </a:t>
            </a:r>
            <a:r>
              <a:rPr lang="en-US" dirty="0" err="1"/>
              <a:t>TargetedBEAST</a:t>
            </a:r>
            <a:r>
              <a:rPr lang="en-US" dirty="0"/>
              <a:t> package</a:t>
            </a:r>
          </a:p>
        </p:txBody>
      </p:sp>
      <p:pic>
        <p:nvPicPr>
          <p:cNvPr id="5" name="Content Placeholder 4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15696353-4F42-6594-44B9-6EE1ECBD9C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8275" y="2253640"/>
            <a:ext cx="9315450" cy="354249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702D47-40AA-AEBC-92B1-0B8CFE5DFA46}"/>
              </a:ext>
            </a:extLst>
          </p:cNvPr>
          <p:cNvSpPr txBox="1"/>
          <p:nvPr/>
        </p:nvSpPr>
        <p:spPr>
          <a:xfrm>
            <a:off x="6539948" y="6550223"/>
            <a:ext cx="5652052" cy="30777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r"/>
            <a:r>
              <a:rPr lang="en-US" sz="1400" dirty="0">
                <a:solidFill>
                  <a:srgbClr val="000000"/>
                </a:solidFill>
                <a:latin typeface="Helvetic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Bouckaert</a:t>
            </a:r>
            <a:r>
              <a:rPr lang="en-US" sz="1400" dirty="0">
                <a:solidFill>
                  <a:srgbClr val="000000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 et al. 2025,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BioRxiv</a:t>
            </a:r>
            <a:endParaRPr lang="en-US" sz="14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88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29BB9-D390-41FB-4FBF-301BD534B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BA35FED-5565-099B-A628-EF22BC7D40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0613" y="365125"/>
            <a:ext cx="8558670" cy="6031189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3191E6-6223-37E5-7870-20AC4C27DD1A}"/>
              </a:ext>
            </a:extLst>
          </p:cNvPr>
          <p:cNvSpPr txBox="1"/>
          <p:nvPr/>
        </p:nvSpPr>
        <p:spPr>
          <a:xfrm>
            <a:off x="6539948" y="6550223"/>
            <a:ext cx="5652052" cy="30777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r"/>
            <a:r>
              <a:rPr lang="en-US" sz="1400" dirty="0">
                <a:solidFill>
                  <a:srgbClr val="000000"/>
                </a:solidFill>
                <a:latin typeface="Helvetic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Bouckaert</a:t>
            </a:r>
            <a:r>
              <a:rPr lang="en-US" sz="1400" dirty="0">
                <a:solidFill>
                  <a:srgbClr val="000000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 et al. 2025,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BioRxiv</a:t>
            </a:r>
            <a:endParaRPr lang="en-US" sz="14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662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A2C38-30F1-7DD1-E11A-FF81B765F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D940FA-2689-1BCC-C892-44E8EE47BFD8}"/>
              </a:ext>
            </a:extLst>
          </p:cNvPr>
          <p:cNvSpPr txBox="1"/>
          <p:nvPr/>
        </p:nvSpPr>
        <p:spPr>
          <a:xfrm>
            <a:off x="6539948" y="6550223"/>
            <a:ext cx="5652052" cy="30777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r"/>
            <a:r>
              <a:rPr lang="en-US" sz="1400" dirty="0">
                <a:solidFill>
                  <a:srgbClr val="000000"/>
                </a:solidFill>
                <a:latin typeface="Helvetic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Bouckaert</a:t>
            </a:r>
            <a:r>
              <a:rPr lang="en-US" sz="1400" dirty="0">
                <a:solidFill>
                  <a:srgbClr val="000000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 et al. 2025,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BioRxiv</a:t>
            </a:r>
            <a:endParaRPr lang="en-US" sz="14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D8A01D1-159A-7555-A1DB-2342078C9C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9092" y="1253331"/>
            <a:ext cx="17938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6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A32CA-3250-FD1E-9C63-ECD52F79A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2C7251-2105-9CC9-340D-0312EAC34165}"/>
              </a:ext>
            </a:extLst>
          </p:cNvPr>
          <p:cNvSpPr txBox="1"/>
          <p:nvPr/>
        </p:nvSpPr>
        <p:spPr>
          <a:xfrm>
            <a:off x="6539948" y="6550223"/>
            <a:ext cx="5652052" cy="30777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r"/>
            <a:r>
              <a:rPr lang="en-US" sz="1400" dirty="0">
                <a:solidFill>
                  <a:srgbClr val="000000"/>
                </a:solidFill>
                <a:latin typeface="Helvetic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Bouckaert</a:t>
            </a:r>
            <a:r>
              <a:rPr lang="en-US" sz="1400" dirty="0">
                <a:solidFill>
                  <a:srgbClr val="000000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 et al. 2025, </a:t>
            </a:r>
            <a:r>
              <a:rPr lang="en-US" sz="1400" dirty="0" err="1">
                <a:solidFill>
                  <a:srgbClr val="000000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BioRxiv</a:t>
            </a:r>
            <a:endParaRPr lang="en-US" sz="14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C5E2639-3B88-9562-F764-9DE371669B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37074" y="3308571"/>
            <a:ext cx="2628900" cy="1435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F40BD3-4D00-8701-BB82-FDDA4242B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217" y="887896"/>
            <a:ext cx="4373217" cy="545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747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E2D4D-9D59-D090-0F69-266607586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4B6C2-9333-9E11-13D3-4D2D11178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Unsampled dynamics: Languages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BEA9CB-4B29-7BFC-1423-1C41A1C00996}"/>
              </a:ext>
            </a:extLst>
          </p:cNvPr>
          <p:cNvSpPr txBox="1"/>
          <p:nvPr/>
        </p:nvSpPr>
        <p:spPr>
          <a:xfrm>
            <a:off x="6539948" y="6550223"/>
            <a:ext cx="5652052" cy="30777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r"/>
            <a:r>
              <a:rPr lang="en-US" sz="1400" dirty="0" err="1">
                <a:solidFill>
                  <a:srgbClr val="000000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Bourckaert</a:t>
            </a:r>
            <a:r>
              <a:rPr lang="en-US" sz="1400" dirty="0">
                <a:solidFill>
                  <a:srgbClr val="000000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, 2012, Science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83A52378-83A3-6F30-0496-092A98436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960" y="1438913"/>
            <a:ext cx="7157657" cy="4909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3735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46F95-4A83-A9FA-3DD1-F59F53457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Fitness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E7A1A-D107-6B12-E7F0-7CDEEE274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Figure 1">
            <a:extLst>
              <a:ext uri="{FF2B5EF4-FFF2-40B4-BE49-F238E27FC236}">
                <a16:creationId xmlns:a16="http://schemas.microsoft.com/office/drawing/2014/main" id="{335FE2E1-CF52-4702-2DB6-4B7F78088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916" y="1605808"/>
            <a:ext cx="5454167" cy="4790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88C5EE-229B-EFEA-A15B-2453A9C8B719}"/>
              </a:ext>
            </a:extLst>
          </p:cNvPr>
          <p:cNvSpPr txBox="1"/>
          <p:nvPr/>
        </p:nvSpPr>
        <p:spPr>
          <a:xfrm>
            <a:off x="6539948" y="6550223"/>
            <a:ext cx="5652052" cy="30777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r"/>
            <a:r>
              <a:rPr lang="en-US" sz="1400" dirty="0" err="1">
                <a:solidFill>
                  <a:srgbClr val="000000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Lukzsa</a:t>
            </a:r>
            <a:r>
              <a:rPr lang="en-US" sz="1400" dirty="0">
                <a:solidFill>
                  <a:srgbClr val="000000"/>
                </a:solidFill>
                <a:effectLst/>
                <a:latin typeface="Helvetica" pitchFamily="2" charset="0"/>
                <a:ea typeface="Times New Roman" panose="02020603050405020304" pitchFamily="18" charset="0"/>
                <a:cs typeface="Arial" panose="020B0604020202020204" pitchFamily="34" charset="0"/>
              </a:rPr>
              <a:t> et al. 2014, Nature</a:t>
            </a:r>
          </a:p>
        </p:txBody>
      </p:sp>
    </p:spTree>
    <p:extLst>
      <p:ext uri="{BB962C8B-B14F-4D97-AF65-F5344CB8AC3E}">
        <p14:creationId xmlns:p14="http://schemas.microsoft.com/office/powerpoint/2010/main" val="487912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272</Words>
  <Application>Microsoft Macintosh PowerPoint</Application>
  <PresentationFormat>Widescreen</PresentationFormat>
  <Paragraphs>42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Helvetica</vt:lpstr>
      <vt:lpstr>Office Theme</vt:lpstr>
      <vt:lpstr>Dataset preparation and other approaches</vt:lpstr>
      <vt:lpstr>Genbank</vt:lpstr>
      <vt:lpstr>Gisaid</vt:lpstr>
      <vt:lpstr>Pathoplexus</vt:lpstr>
      <vt:lpstr>Alignment for viruses is often simple, but requires checking them nonetheless</vt:lpstr>
      <vt:lpstr>TreeTime for outlier detection</vt:lpstr>
      <vt:lpstr>Subsampling approaches are driven by the question you seek to answer and computational limitations</vt:lpstr>
      <vt:lpstr>Even subsampling across time and space</vt:lpstr>
      <vt:lpstr>Alternative Approaches</vt:lpstr>
      <vt:lpstr>Parsimony</vt:lpstr>
      <vt:lpstr>https://taxonium.org/</vt:lpstr>
      <vt:lpstr>Maximum Likelihood</vt:lpstr>
      <vt:lpstr>Maximum Likelihood</vt:lpstr>
      <vt:lpstr>PowerPoint Presentation</vt:lpstr>
      <vt:lpstr>Bayesian phylodynamics with mutation annotated trees -&gt; https://delphy.fathom.info/</vt:lpstr>
      <vt:lpstr>PowerPoint Presentation</vt:lpstr>
      <vt:lpstr>Faster BEAST using the TargetedBEAST package</vt:lpstr>
      <vt:lpstr>PowerPoint Presentation</vt:lpstr>
      <vt:lpstr>PowerPoint Presentation</vt:lpstr>
      <vt:lpstr>PowerPoint Presentation</vt:lpstr>
      <vt:lpstr>Unsampled dynamics: Languages</vt:lpstr>
      <vt:lpstr>Fitness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Mueller, Nicola</dc:creator>
  <cp:lastModifiedBy>Mueller, Nicola</cp:lastModifiedBy>
  <cp:revision>3</cp:revision>
  <dcterms:created xsi:type="dcterms:W3CDTF">2025-07-16T11:25:00Z</dcterms:created>
  <dcterms:modified xsi:type="dcterms:W3CDTF">2026-07-17T19:34:16Z</dcterms:modified>
</cp:coreProperties>
</file>